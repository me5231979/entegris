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3" d="100"/>
          <a:sy n="93" d="100"/>
        </p:scale>
        <p:origin x="1860"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y Guyon" userId="910a7e0a-b2f4-4cbd-af9a-713d48d9df89" providerId="ADAL" clId="{81B90A6B-A92D-47F0-9696-3B4BAF7000C7}"/>
    <pc:docChg chg="modSld">
      <pc:chgData name="Emily Guyon" userId="910a7e0a-b2f4-4cbd-af9a-713d48d9df89" providerId="ADAL" clId="{81B90A6B-A92D-47F0-9696-3B4BAF7000C7}" dt="2026-05-13T13:52:11.219" v="35" actId="20577"/>
      <pc:docMkLst>
        <pc:docMk/>
      </pc:docMkLst>
      <pc:sldChg chg="modSp mod">
        <pc:chgData name="Emily Guyon" userId="910a7e0a-b2f4-4cbd-af9a-713d48d9df89" providerId="ADAL" clId="{81B90A6B-A92D-47F0-9696-3B4BAF7000C7}" dt="2026-05-08T17:00:09.060" v="29" actId="108"/>
        <pc:sldMkLst>
          <pc:docMk/>
          <pc:sldMk cId="0" sldId="263"/>
        </pc:sldMkLst>
        <pc:spChg chg="mod">
          <ac:chgData name="Emily Guyon" userId="910a7e0a-b2f4-4cbd-af9a-713d48d9df89" providerId="ADAL" clId="{81B90A6B-A92D-47F0-9696-3B4BAF7000C7}" dt="2026-05-08T17:00:09.060" v="29" actId="108"/>
          <ac:spMkLst>
            <pc:docMk/>
            <pc:sldMk cId="0" sldId="263"/>
            <ac:spMk id="2" creationId="{00000000-0000-0000-0000-000000000000}"/>
          </ac:spMkLst>
        </pc:spChg>
      </pc:sldChg>
      <pc:sldChg chg="modSp mod">
        <pc:chgData name="Emily Guyon" userId="910a7e0a-b2f4-4cbd-af9a-713d48d9df89" providerId="ADAL" clId="{81B90A6B-A92D-47F0-9696-3B4BAF7000C7}" dt="2026-05-08T17:00:12.756" v="30" actId="108"/>
        <pc:sldMkLst>
          <pc:docMk/>
          <pc:sldMk cId="0" sldId="264"/>
        </pc:sldMkLst>
        <pc:spChg chg="mod">
          <ac:chgData name="Emily Guyon" userId="910a7e0a-b2f4-4cbd-af9a-713d48d9df89" providerId="ADAL" clId="{81B90A6B-A92D-47F0-9696-3B4BAF7000C7}" dt="2026-05-08T17:00:12.756" v="30" actId="108"/>
          <ac:spMkLst>
            <pc:docMk/>
            <pc:sldMk cId="0" sldId="264"/>
            <ac:spMk id="2" creationId="{00000000-0000-0000-0000-000000000000}"/>
          </ac:spMkLst>
        </pc:spChg>
      </pc:sldChg>
      <pc:sldChg chg="modSp mod">
        <pc:chgData name="Emily Guyon" userId="910a7e0a-b2f4-4cbd-af9a-713d48d9df89" providerId="ADAL" clId="{81B90A6B-A92D-47F0-9696-3B4BAF7000C7}" dt="2026-05-08T17:00:15.729" v="31" actId="108"/>
        <pc:sldMkLst>
          <pc:docMk/>
          <pc:sldMk cId="0" sldId="265"/>
        </pc:sldMkLst>
        <pc:spChg chg="mod">
          <ac:chgData name="Emily Guyon" userId="910a7e0a-b2f4-4cbd-af9a-713d48d9df89" providerId="ADAL" clId="{81B90A6B-A92D-47F0-9696-3B4BAF7000C7}" dt="2026-05-08T17:00:15.729" v="31" actId="108"/>
          <ac:spMkLst>
            <pc:docMk/>
            <pc:sldMk cId="0" sldId="265"/>
            <ac:spMk id="2" creationId="{00000000-0000-0000-0000-000000000000}"/>
          </ac:spMkLst>
        </pc:spChg>
      </pc:sldChg>
      <pc:sldChg chg="modSp mod">
        <pc:chgData name="Emily Guyon" userId="910a7e0a-b2f4-4cbd-af9a-713d48d9df89" providerId="ADAL" clId="{81B90A6B-A92D-47F0-9696-3B4BAF7000C7}" dt="2026-05-08T17:00:18.755" v="32" actId="108"/>
        <pc:sldMkLst>
          <pc:docMk/>
          <pc:sldMk cId="0" sldId="266"/>
        </pc:sldMkLst>
        <pc:spChg chg="mod">
          <ac:chgData name="Emily Guyon" userId="910a7e0a-b2f4-4cbd-af9a-713d48d9df89" providerId="ADAL" clId="{81B90A6B-A92D-47F0-9696-3B4BAF7000C7}" dt="2026-05-08T17:00:18.755" v="32" actId="108"/>
          <ac:spMkLst>
            <pc:docMk/>
            <pc:sldMk cId="0" sldId="266"/>
            <ac:spMk id="2" creationId="{00000000-0000-0000-0000-000000000000}"/>
          </ac:spMkLst>
        </pc:spChg>
      </pc:sldChg>
      <pc:sldChg chg="modSp mod">
        <pc:chgData name="Emily Guyon" userId="910a7e0a-b2f4-4cbd-af9a-713d48d9df89" providerId="ADAL" clId="{81B90A6B-A92D-47F0-9696-3B4BAF7000C7}" dt="2026-05-13T13:52:11.219" v="35" actId="20577"/>
        <pc:sldMkLst>
          <pc:docMk/>
          <pc:sldMk cId="0" sldId="267"/>
        </pc:sldMkLst>
        <pc:spChg chg="mod">
          <ac:chgData name="Emily Guyon" userId="910a7e0a-b2f4-4cbd-af9a-713d48d9df89" providerId="ADAL" clId="{81B90A6B-A92D-47F0-9696-3B4BAF7000C7}" dt="2026-05-08T16:59:57.400" v="28" actId="2711"/>
          <ac:spMkLst>
            <pc:docMk/>
            <pc:sldMk cId="0" sldId="267"/>
            <ac:spMk id="2" creationId="{00000000-0000-0000-0000-000000000000}"/>
          </ac:spMkLst>
        </pc:spChg>
        <pc:spChg chg="mod">
          <ac:chgData name="Emily Guyon" userId="910a7e0a-b2f4-4cbd-af9a-713d48d9df89" providerId="ADAL" clId="{81B90A6B-A92D-47F0-9696-3B4BAF7000C7}" dt="2026-05-13T13:52:11.219" v="35" actId="20577"/>
          <ac:spMkLst>
            <pc:docMk/>
            <pc:sldMk cId="0" sldId="267"/>
            <ac:spMk id="12" creationId="{00000000-0000-0000-0000-000000000000}"/>
          </ac:spMkLst>
        </pc:spChg>
      </pc:sldChg>
      <pc:sldChg chg="modSp mod">
        <pc:chgData name="Emily Guyon" userId="910a7e0a-b2f4-4cbd-af9a-713d48d9df89" providerId="ADAL" clId="{81B90A6B-A92D-47F0-9696-3B4BAF7000C7}" dt="2026-05-07T17:20:12.751" v="27" actId="1076"/>
        <pc:sldMkLst>
          <pc:docMk/>
          <pc:sldMk cId="0" sldId="276"/>
        </pc:sldMkLst>
        <pc:spChg chg="mod">
          <ac:chgData name="Emily Guyon" userId="910a7e0a-b2f4-4cbd-af9a-713d48d9df89" providerId="ADAL" clId="{81B90A6B-A92D-47F0-9696-3B4BAF7000C7}" dt="2026-05-07T17:20:12.751" v="27" actId="1076"/>
          <ac:spMkLst>
            <pc:docMk/>
            <pc:sldMk cId="0" sldId="276"/>
            <ac:spMk id="12" creationId="{00000000-0000-0000-0000-000000000000}"/>
          </ac:spMkLst>
        </pc:spChg>
        <pc:spChg chg="mod">
          <ac:chgData name="Emily Guyon" userId="910a7e0a-b2f4-4cbd-af9a-713d48d9df89" providerId="ADAL" clId="{81B90A6B-A92D-47F0-9696-3B4BAF7000C7}" dt="2026-05-07T17:20:08.593" v="26" actId="108"/>
          <ac:spMkLst>
            <pc:docMk/>
            <pc:sldMk cId="0" sldId="276"/>
            <ac:spMk id="1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000" b="0" i="0">
                <a:solidFill>
                  <a:schemeClr val="bg1"/>
                </a:solidFill>
                <a:latin typeface="Tahoma"/>
                <a:cs typeface="Tahoma"/>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200" b="1" i="0">
                <a:solidFill>
                  <a:srgbClr val="2A6A83"/>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defRPr sz="700" b="0" i="0">
                <a:solidFill>
                  <a:srgbClr val="7F7773"/>
                </a:solidFill>
                <a:latin typeface="Tahoma"/>
                <a:cs typeface="Tahoma"/>
              </a:defRPr>
            </a:lvl1p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defRPr sz="700" b="0" i="0">
                <a:solidFill>
                  <a:srgbClr val="7F7773"/>
                </a:solidFill>
                <a:latin typeface="Trebuchet MS"/>
                <a:cs typeface="Trebuchet MS"/>
              </a:defRPr>
            </a:lvl1p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200" b="1" i="0">
                <a:solidFill>
                  <a:srgbClr val="2A6A83"/>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defRPr sz="700" b="0" i="0">
                <a:solidFill>
                  <a:srgbClr val="7F7773"/>
                </a:solidFill>
                <a:latin typeface="Tahoma"/>
                <a:cs typeface="Tahoma"/>
              </a:defRPr>
            </a:lvl1p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defRPr sz="700" b="0" i="0">
                <a:solidFill>
                  <a:srgbClr val="7F7773"/>
                </a:solidFill>
                <a:latin typeface="Trebuchet MS"/>
                <a:cs typeface="Trebuchet MS"/>
              </a:defRPr>
            </a:lvl1p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Tahoma"/>
                <a:cs typeface="Tahoma"/>
              </a:defRPr>
            </a:lvl1pPr>
          </a:lstStyle>
          <a:p>
            <a:endParaRPr/>
          </a:p>
        </p:txBody>
      </p:sp>
      <p:sp>
        <p:nvSpPr>
          <p:cNvPr id="3" name="Holder 3"/>
          <p:cNvSpPr>
            <a:spLocks noGrp="1"/>
          </p:cNvSpPr>
          <p:nvPr>
            <p:ph sz="half" idx="2"/>
          </p:nvPr>
        </p:nvSpPr>
        <p:spPr>
          <a:xfrm>
            <a:off x="1130300" y="1304195"/>
            <a:ext cx="4062729" cy="4444365"/>
          </a:xfrm>
          <a:prstGeom prst="rect">
            <a:avLst/>
          </a:prstGeom>
        </p:spPr>
        <p:txBody>
          <a:bodyPr wrap="square" lIns="0" tIns="0" rIns="0" bIns="0">
            <a:spAutoFit/>
          </a:bodyPr>
          <a:lstStyle>
            <a:lvl1pPr>
              <a:defRPr sz="1800" b="0" i="0">
                <a:solidFill>
                  <a:srgbClr val="B31A1B"/>
                </a:solidFill>
                <a:latin typeface="Tahoma"/>
                <a:cs typeface="Tahoma"/>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700" b="0" i="0">
                <a:solidFill>
                  <a:srgbClr val="7F7773"/>
                </a:solidFill>
                <a:latin typeface="Tahoma"/>
                <a:cs typeface="Tahoma"/>
              </a:defRPr>
            </a:lvl1p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defRPr sz="700" b="0" i="0">
                <a:solidFill>
                  <a:srgbClr val="7F7773"/>
                </a:solidFill>
                <a:latin typeface="Trebuchet MS"/>
                <a:cs typeface="Trebuchet MS"/>
              </a:defRPr>
            </a:lvl1p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058400" cy="7772400"/>
          </a:xfrm>
          <a:custGeom>
            <a:avLst/>
            <a:gdLst/>
            <a:ahLst/>
            <a:cxnLst/>
            <a:rect l="l" t="t" r="r" b="b"/>
            <a:pathLst>
              <a:path w="10058400" h="7772400">
                <a:moveTo>
                  <a:pt x="10058400" y="0"/>
                </a:moveTo>
                <a:lnTo>
                  <a:pt x="0" y="0"/>
                </a:lnTo>
                <a:lnTo>
                  <a:pt x="0" y="7772400"/>
                </a:lnTo>
                <a:lnTo>
                  <a:pt x="10058400" y="7772400"/>
                </a:lnTo>
                <a:lnTo>
                  <a:pt x="10058400" y="0"/>
                </a:lnTo>
                <a:close/>
              </a:path>
            </a:pathLst>
          </a:custGeom>
          <a:solidFill>
            <a:srgbClr val="ECE9E7"/>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0"/>
            <a:ext cx="6172200" cy="7772400"/>
          </a:xfrm>
          <a:prstGeom prst="rect">
            <a:avLst/>
          </a:prstGeom>
        </p:spPr>
      </p:pic>
      <p:sp>
        <p:nvSpPr>
          <p:cNvPr id="18" name="bg object 18"/>
          <p:cNvSpPr/>
          <p:nvPr/>
        </p:nvSpPr>
        <p:spPr>
          <a:xfrm>
            <a:off x="9120020" y="541690"/>
            <a:ext cx="104139" cy="127635"/>
          </a:xfrm>
          <a:custGeom>
            <a:avLst/>
            <a:gdLst/>
            <a:ahLst/>
            <a:cxnLst/>
            <a:rect l="l" t="t" r="r" b="b"/>
            <a:pathLst>
              <a:path w="104140" h="127634">
                <a:moveTo>
                  <a:pt x="52908" y="0"/>
                </a:moveTo>
                <a:lnTo>
                  <a:pt x="32143" y="4944"/>
                </a:lnTo>
                <a:lnTo>
                  <a:pt x="15349" y="18599"/>
                </a:lnTo>
                <a:lnTo>
                  <a:pt x="4111" y="39197"/>
                </a:lnTo>
                <a:lnTo>
                  <a:pt x="79" y="64554"/>
                </a:lnTo>
                <a:lnTo>
                  <a:pt x="0" y="64973"/>
                </a:lnTo>
                <a:lnTo>
                  <a:pt x="4054" y="90213"/>
                </a:lnTo>
                <a:lnTo>
                  <a:pt x="15414" y="109931"/>
                </a:lnTo>
                <a:lnTo>
                  <a:pt x="32875" y="122762"/>
                </a:lnTo>
                <a:lnTo>
                  <a:pt x="55232" y="127342"/>
                </a:lnTo>
                <a:lnTo>
                  <a:pt x="71241" y="125365"/>
                </a:lnTo>
                <a:lnTo>
                  <a:pt x="84223" y="119503"/>
                </a:lnTo>
                <a:lnTo>
                  <a:pt x="86055" y="117716"/>
                </a:lnTo>
                <a:lnTo>
                  <a:pt x="60693" y="117716"/>
                </a:lnTo>
                <a:lnTo>
                  <a:pt x="48031" y="114996"/>
                </a:lnTo>
                <a:lnTo>
                  <a:pt x="38973" y="106676"/>
                </a:lnTo>
                <a:lnTo>
                  <a:pt x="33529" y="92513"/>
                </a:lnTo>
                <a:lnTo>
                  <a:pt x="31711" y="72262"/>
                </a:lnTo>
                <a:lnTo>
                  <a:pt x="31711" y="64554"/>
                </a:lnTo>
                <a:lnTo>
                  <a:pt x="103670" y="64554"/>
                </a:lnTo>
                <a:lnTo>
                  <a:pt x="103670" y="61391"/>
                </a:lnTo>
                <a:lnTo>
                  <a:pt x="102657" y="54305"/>
                </a:lnTo>
                <a:lnTo>
                  <a:pt x="31902" y="54305"/>
                </a:lnTo>
                <a:lnTo>
                  <a:pt x="31952" y="49187"/>
                </a:lnTo>
                <a:lnTo>
                  <a:pt x="33144" y="31065"/>
                </a:lnTo>
                <a:lnTo>
                  <a:pt x="37003" y="17880"/>
                </a:lnTo>
                <a:lnTo>
                  <a:pt x="37050" y="17718"/>
                </a:lnTo>
                <a:lnTo>
                  <a:pt x="43814" y="9876"/>
                </a:lnTo>
                <a:lnTo>
                  <a:pt x="43563" y="9876"/>
                </a:lnTo>
                <a:lnTo>
                  <a:pt x="53924" y="7175"/>
                </a:lnTo>
                <a:lnTo>
                  <a:pt x="77394" y="7175"/>
                </a:lnTo>
                <a:lnTo>
                  <a:pt x="73875" y="4427"/>
                </a:lnTo>
                <a:lnTo>
                  <a:pt x="52908" y="0"/>
                </a:lnTo>
                <a:close/>
              </a:path>
              <a:path w="104140" h="127634">
                <a:moveTo>
                  <a:pt x="92125" y="92290"/>
                </a:moveTo>
                <a:lnTo>
                  <a:pt x="60693" y="117716"/>
                </a:lnTo>
                <a:lnTo>
                  <a:pt x="86055" y="117716"/>
                </a:lnTo>
                <a:lnTo>
                  <a:pt x="94037" y="109931"/>
                </a:lnTo>
                <a:lnTo>
                  <a:pt x="95712" y="106676"/>
                </a:lnTo>
                <a:lnTo>
                  <a:pt x="100812" y="96558"/>
                </a:lnTo>
                <a:lnTo>
                  <a:pt x="101396" y="94805"/>
                </a:lnTo>
                <a:lnTo>
                  <a:pt x="92125" y="92290"/>
                </a:lnTo>
                <a:close/>
              </a:path>
              <a:path w="104140" h="127634">
                <a:moveTo>
                  <a:pt x="77394" y="7175"/>
                </a:moveTo>
                <a:lnTo>
                  <a:pt x="53924" y="7175"/>
                </a:lnTo>
                <a:lnTo>
                  <a:pt x="62839" y="9876"/>
                </a:lnTo>
                <a:lnTo>
                  <a:pt x="69351" y="17880"/>
                </a:lnTo>
                <a:lnTo>
                  <a:pt x="73346" y="31065"/>
                </a:lnTo>
                <a:lnTo>
                  <a:pt x="74701" y="49187"/>
                </a:lnTo>
                <a:lnTo>
                  <a:pt x="74701" y="54305"/>
                </a:lnTo>
                <a:lnTo>
                  <a:pt x="102657" y="54305"/>
                </a:lnTo>
                <a:lnTo>
                  <a:pt x="100083" y="36304"/>
                </a:lnTo>
                <a:lnTo>
                  <a:pt x="89876" y="16922"/>
                </a:lnTo>
                <a:lnTo>
                  <a:pt x="77394" y="7175"/>
                </a:lnTo>
                <a:close/>
              </a:path>
            </a:pathLst>
          </a:custGeom>
          <a:solidFill>
            <a:srgbClr val="6A6360"/>
          </a:solidFill>
        </p:spPr>
        <p:txBody>
          <a:bodyPr wrap="square" lIns="0" tIns="0" rIns="0" bIns="0" rtlCol="0"/>
          <a:lstStyle/>
          <a:p>
            <a:endParaRPr/>
          </a:p>
        </p:txBody>
      </p:sp>
      <p:sp>
        <p:nvSpPr>
          <p:cNvPr id="19" name="bg object 19"/>
          <p:cNvSpPr/>
          <p:nvPr/>
        </p:nvSpPr>
        <p:spPr>
          <a:xfrm>
            <a:off x="9445652" y="501688"/>
            <a:ext cx="38735" cy="30480"/>
          </a:xfrm>
          <a:custGeom>
            <a:avLst/>
            <a:gdLst/>
            <a:ahLst/>
            <a:cxnLst/>
            <a:rect l="l" t="t" r="r" b="b"/>
            <a:pathLst>
              <a:path w="38734" h="30479">
                <a:moveTo>
                  <a:pt x="22969" y="0"/>
                </a:moveTo>
                <a:lnTo>
                  <a:pt x="15176" y="59"/>
                </a:lnTo>
                <a:lnTo>
                  <a:pt x="7556" y="1672"/>
                </a:lnTo>
                <a:lnTo>
                  <a:pt x="1600" y="7615"/>
                </a:lnTo>
                <a:lnTo>
                  <a:pt x="0" y="15235"/>
                </a:lnTo>
                <a:lnTo>
                  <a:pt x="3221" y="22371"/>
                </a:lnTo>
                <a:lnTo>
                  <a:pt x="8737" y="27535"/>
                </a:lnTo>
                <a:lnTo>
                  <a:pt x="15787" y="30251"/>
                </a:lnTo>
                <a:lnTo>
                  <a:pt x="23609" y="30044"/>
                </a:lnTo>
                <a:lnTo>
                  <a:pt x="30988" y="28354"/>
                </a:lnTo>
                <a:lnTo>
                  <a:pt x="36741" y="22601"/>
                </a:lnTo>
                <a:lnTo>
                  <a:pt x="38430" y="15235"/>
                </a:lnTo>
                <a:lnTo>
                  <a:pt x="35345" y="8072"/>
                </a:lnTo>
                <a:lnTo>
                  <a:pt x="29941" y="2832"/>
                </a:lnTo>
                <a:lnTo>
                  <a:pt x="22969" y="0"/>
                </a:lnTo>
                <a:close/>
              </a:path>
            </a:pathLst>
          </a:custGeom>
          <a:solidFill>
            <a:srgbClr val="6A6360"/>
          </a:solidFill>
        </p:spPr>
        <p:txBody>
          <a:bodyPr wrap="square" lIns="0" tIns="0" rIns="0" bIns="0" rtlCol="0"/>
          <a:lstStyle/>
          <a:p>
            <a:endParaRPr/>
          </a:p>
        </p:txBody>
      </p:sp>
      <p:sp>
        <p:nvSpPr>
          <p:cNvPr id="20" name="bg object 20"/>
          <p:cNvSpPr/>
          <p:nvPr/>
        </p:nvSpPr>
        <p:spPr>
          <a:xfrm>
            <a:off x="9067396" y="507071"/>
            <a:ext cx="56515" cy="160020"/>
          </a:xfrm>
          <a:custGeom>
            <a:avLst/>
            <a:gdLst/>
            <a:ahLst/>
            <a:cxnLst/>
            <a:rect l="l" t="t" r="r" b="b"/>
            <a:pathLst>
              <a:path w="56515" h="160020">
                <a:moveTo>
                  <a:pt x="38252" y="0"/>
                </a:moveTo>
                <a:lnTo>
                  <a:pt x="30302" y="0"/>
                </a:lnTo>
                <a:lnTo>
                  <a:pt x="8102" y="35293"/>
                </a:lnTo>
                <a:lnTo>
                  <a:pt x="0" y="35293"/>
                </a:lnTo>
                <a:lnTo>
                  <a:pt x="0" y="47218"/>
                </a:lnTo>
                <a:lnTo>
                  <a:pt x="8102" y="47218"/>
                </a:lnTo>
                <a:lnTo>
                  <a:pt x="8102" y="120611"/>
                </a:lnTo>
                <a:lnTo>
                  <a:pt x="9121" y="137191"/>
                </a:lnTo>
                <a:lnTo>
                  <a:pt x="13155" y="149348"/>
                </a:lnTo>
                <a:lnTo>
                  <a:pt x="21673" y="156891"/>
                </a:lnTo>
                <a:lnTo>
                  <a:pt x="36258" y="159740"/>
                </a:lnTo>
                <a:lnTo>
                  <a:pt x="56311" y="159740"/>
                </a:lnTo>
                <a:lnTo>
                  <a:pt x="56311" y="147421"/>
                </a:lnTo>
                <a:lnTo>
                  <a:pt x="45859" y="147421"/>
                </a:lnTo>
                <a:lnTo>
                  <a:pt x="41122" y="147002"/>
                </a:lnTo>
                <a:lnTo>
                  <a:pt x="38226" y="143560"/>
                </a:lnTo>
                <a:lnTo>
                  <a:pt x="38226" y="47142"/>
                </a:lnTo>
                <a:lnTo>
                  <a:pt x="55841" y="47142"/>
                </a:lnTo>
                <a:lnTo>
                  <a:pt x="55841" y="35191"/>
                </a:lnTo>
                <a:lnTo>
                  <a:pt x="38252" y="35191"/>
                </a:lnTo>
                <a:lnTo>
                  <a:pt x="38252" y="0"/>
                </a:lnTo>
                <a:close/>
              </a:path>
            </a:pathLst>
          </a:custGeom>
          <a:solidFill>
            <a:srgbClr val="6A6360"/>
          </a:solidFill>
        </p:spPr>
        <p:txBody>
          <a:bodyPr wrap="square" lIns="0" tIns="0" rIns="0" bIns="0" rtlCol="0"/>
          <a:lstStyle/>
          <a:p>
            <a:endParaRPr/>
          </a:p>
        </p:txBody>
      </p:sp>
      <p:sp>
        <p:nvSpPr>
          <p:cNvPr id="21" name="bg object 21"/>
          <p:cNvSpPr/>
          <p:nvPr/>
        </p:nvSpPr>
        <p:spPr>
          <a:xfrm>
            <a:off x="9499904" y="539752"/>
            <a:ext cx="94615" cy="130175"/>
          </a:xfrm>
          <a:custGeom>
            <a:avLst/>
            <a:gdLst/>
            <a:ahLst/>
            <a:cxnLst/>
            <a:rect l="l" t="t" r="r" b="b"/>
            <a:pathLst>
              <a:path w="94615" h="130175">
                <a:moveTo>
                  <a:pt x="39382" y="0"/>
                </a:moveTo>
                <a:lnTo>
                  <a:pt x="24231" y="2614"/>
                </a:lnTo>
                <a:lnTo>
                  <a:pt x="11703" y="9485"/>
                </a:lnTo>
                <a:lnTo>
                  <a:pt x="3174" y="19839"/>
                </a:lnTo>
                <a:lnTo>
                  <a:pt x="0" y="32931"/>
                </a:lnTo>
                <a:lnTo>
                  <a:pt x="2837" y="47954"/>
                </a:lnTo>
                <a:lnTo>
                  <a:pt x="10736" y="59324"/>
                </a:lnTo>
                <a:lnTo>
                  <a:pt x="22776" y="68328"/>
                </a:lnTo>
                <a:lnTo>
                  <a:pt x="38036" y="76250"/>
                </a:lnTo>
                <a:lnTo>
                  <a:pt x="55267" y="84723"/>
                </a:lnTo>
                <a:lnTo>
                  <a:pt x="63668" y="90268"/>
                </a:lnTo>
                <a:lnTo>
                  <a:pt x="68635" y="96056"/>
                </a:lnTo>
                <a:lnTo>
                  <a:pt x="70269" y="102768"/>
                </a:lnTo>
                <a:lnTo>
                  <a:pt x="68807" y="109824"/>
                </a:lnTo>
                <a:lnTo>
                  <a:pt x="64887" y="115576"/>
                </a:lnTo>
                <a:lnTo>
                  <a:pt x="59096" y="119441"/>
                </a:lnTo>
                <a:lnTo>
                  <a:pt x="50774" y="120789"/>
                </a:lnTo>
                <a:lnTo>
                  <a:pt x="38702" y="118626"/>
                </a:lnTo>
                <a:lnTo>
                  <a:pt x="26712" y="112495"/>
                </a:lnTo>
                <a:lnTo>
                  <a:pt x="17140" y="102932"/>
                </a:lnTo>
                <a:lnTo>
                  <a:pt x="12319" y="90474"/>
                </a:lnTo>
                <a:lnTo>
                  <a:pt x="1104" y="90474"/>
                </a:lnTo>
                <a:lnTo>
                  <a:pt x="1320" y="126809"/>
                </a:lnTo>
                <a:lnTo>
                  <a:pt x="13055" y="126809"/>
                </a:lnTo>
                <a:lnTo>
                  <a:pt x="13055" y="121754"/>
                </a:lnTo>
                <a:lnTo>
                  <a:pt x="14300" y="121259"/>
                </a:lnTo>
                <a:lnTo>
                  <a:pt x="15989" y="121259"/>
                </a:lnTo>
                <a:lnTo>
                  <a:pt x="18821" y="121780"/>
                </a:lnTo>
                <a:lnTo>
                  <a:pt x="21501" y="122923"/>
                </a:lnTo>
                <a:lnTo>
                  <a:pt x="23850" y="124586"/>
                </a:lnTo>
                <a:lnTo>
                  <a:pt x="30575" y="127201"/>
                </a:lnTo>
                <a:lnTo>
                  <a:pt x="37547" y="128935"/>
                </a:lnTo>
                <a:lnTo>
                  <a:pt x="44681" y="129771"/>
                </a:lnTo>
                <a:lnTo>
                  <a:pt x="51892" y="129692"/>
                </a:lnTo>
                <a:lnTo>
                  <a:pt x="68208" y="126809"/>
                </a:lnTo>
                <a:lnTo>
                  <a:pt x="81703" y="118967"/>
                </a:lnTo>
                <a:lnTo>
                  <a:pt x="90891" y="107371"/>
                </a:lnTo>
                <a:lnTo>
                  <a:pt x="94284" y="93230"/>
                </a:lnTo>
                <a:lnTo>
                  <a:pt x="91191" y="77071"/>
                </a:lnTo>
                <a:lnTo>
                  <a:pt x="82275" y="64762"/>
                </a:lnTo>
                <a:lnTo>
                  <a:pt x="68079" y="54745"/>
                </a:lnTo>
                <a:lnTo>
                  <a:pt x="49149" y="45465"/>
                </a:lnTo>
                <a:lnTo>
                  <a:pt x="37835" y="40264"/>
                </a:lnTo>
                <a:lnTo>
                  <a:pt x="29525" y="35572"/>
                </a:lnTo>
                <a:lnTo>
                  <a:pt x="24404" y="30785"/>
                </a:lnTo>
                <a:lnTo>
                  <a:pt x="22656" y="25298"/>
                </a:lnTo>
                <a:lnTo>
                  <a:pt x="23380" y="15849"/>
                </a:lnTo>
                <a:lnTo>
                  <a:pt x="31597" y="8762"/>
                </a:lnTo>
                <a:lnTo>
                  <a:pt x="41046" y="9436"/>
                </a:lnTo>
                <a:lnTo>
                  <a:pt x="52904" y="11548"/>
                </a:lnTo>
                <a:lnTo>
                  <a:pt x="63250" y="17137"/>
                </a:lnTo>
                <a:lnTo>
                  <a:pt x="71366" y="25647"/>
                </a:lnTo>
                <a:lnTo>
                  <a:pt x="76530" y="36525"/>
                </a:lnTo>
                <a:lnTo>
                  <a:pt x="87236" y="36194"/>
                </a:lnTo>
                <a:lnTo>
                  <a:pt x="87350" y="2197"/>
                </a:lnTo>
                <a:lnTo>
                  <a:pt x="75831" y="2197"/>
                </a:lnTo>
                <a:lnTo>
                  <a:pt x="75831" y="7124"/>
                </a:lnTo>
                <a:lnTo>
                  <a:pt x="75311" y="7734"/>
                </a:lnTo>
                <a:lnTo>
                  <a:pt x="73304" y="7734"/>
                </a:lnTo>
                <a:lnTo>
                  <a:pt x="70434" y="7073"/>
                </a:lnTo>
                <a:lnTo>
                  <a:pt x="67665" y="6007"/>
                </a:lnTo>
                <a:lnTo>
                  <a:pt x="65100" y="4546"/>
                </a:lnTo>
                <a:lnTo>
                  <a:pt x="58867" y="2428"/>
                </a:lnTo>
                <a:lnTo>
                  <a:pt x="52470" y="958"/>
                </a:lnTo>
                <a:lnTo>
                  <a:pt x="45958" y="146"/>
                </a:lnTo>
                <a:lnTo>
                  <a:pt x="39382" y="0"/>
                </a:lnTo>
                <a:close/>
              </a:path>
            </a:pathLst>
          </a:custGeom>
          <a:solidFill>
            <a:srgbClr val="6A6360"/>
          </a:solidFill>
        </p:spPr>
        <p:txBody>
          <a:bodyPr wrap="square" lIns="0" tIns="0" rIns="0" bIns="0" rtlCol="0"/>
          <a:lstStyle/>
          <a:p>
            <a:endParaRPr/>
          </a:p>
        </p:txBody>
      </p:sp>
      <p:sp>
        <p:nvSpPr>
          <p:cNvPr id="22" name="bg object 22"/>
          <p:cNvSpPr/>
          <p:nvPr/>
        </p:nvSpPr>
        <p:spPr>
          <a:xfrm>
            <a:off x="9230804" y="541771"/>
            <a:ext cx="114935" cy="189230"/>
          </a:xfrm>
          <a:custGeom>
            <a:avLst/>
            <a:gdLst/>
            <a:ahLst/>
            <a:cxnLst/>
            <a:rect l="l" t="t" r="r" b="b"/>
            <a:pathLst>
              <a:path w="114934" h="189229">
                <a:moveTo>
                  <a:pt x="102808" y="115023"/>
                </a:moveTo>
                <a:lnTo>
                  <a:pt x="74015" y="115023"/>
                </a:lnTo>
                <a:lnTo>
                  <a:pt x="74073" y="116814"/>
                </a:lnTo>
                <a:lnTo>
                  <a:pt x="74174" y="120201"/>
                </a:lnTo>
                <a:lnTo>
                  <a:pt x="74006" y="122184"/>
                </a:lnTo>
                <a:lnTo>
                  <a:pt x="73901" y="123431"/>
                </a:lnTo>
                <a:lnTo>
                  <a:pt x="72832" y="133128"/>
                </a:lnTo>
                <a:lnTo>
                  <a:pt x="52338" y="167605"/>
                </a:lnTo>
                <a:lnTo>
                  <a:pt x="19443" y="179158"/>
                </a:lnTo>
                <a:lnTo>
                  <a:pt x="19392" y="189026"/>
                </a:lnTo>
                <a:lnTo>
                  <a:pt x="70501" y="176457"/>
                </a:lnTo>
                <a:lnTo>
                  <a:pt x="98520" y="139807"/>
                </a:lnTo>
                <a:lnTo>
                  <a:pt x="102716" y="116814"/>
                </a:lnTo>
                <a:lnTo>
                  <a:pt x="102808" y="115023"/>
                </a:lnTo>
                <a:close/>
              </a:path>
              <a:path w="114934" h="189229">
                <a:moveTo>
                  <a:pt x="43827" y="0"/>
                </a:moveTo>
                <a:lnTo>
                  <a:pt x="26227" y="5026"/>
                </a:lnTo>
                <a:lnTo>
                  <a:pt x="26498" y="5026"/>
                </a:lnTo>
                <a:lnTo>
                  <a:pt x="12698" y="18402"/>
                </a:lnTo>
                <a:lnTo>
                  <a:pt x="3392" y="38565"/>
                </a:lnTo>
                <a:lnTo>
                  <a:pt x="0" y="63512"/>
                </a:lnTo>
                <a:lnTo>
                  <a:pt x="3518" y="89137"/>
                </a:lnTo>
                <a:lnTo>
                  <a:pt x="13377" y="109156"/>
                </a:lnTo>
                <a:lnTo>
                  <a:pt x="28530" y="122184"/>
                </a:lnTo>
                <a:lnTo>
                  <a:pt x="47929" y="126834"/>
                </a:lnTo>
                <a:lnTo>
                  <a:pt x="55357" y="126228"/>
                </a:lnTo>
                <a:lnTo>
                  <a:pt x="62358" y="123977"/>
                </a:lnTo>
                <a:lnTo>
                  <a:pt x="68666" y="120201"/>
                </a:lnTo>
                <a:lnTo>
                  <a:pt x="72165" y="116814"/>
                </a:lnTo>
                <a:lnTo>
                  <a:pt x="52630" y="116814"/>
                </a:lnTo>
                <a:lnTo>
                  <a:pt x="42879" y="113698"/>
                </a:lnTo>
                <a:lnTo>
                  <a:pt x="36336" y="103833"/>
                </a:lnTo>
                <a:lnTo>
                  <a:pt x="32643" y="86374"/>
                </a:lnTo>
                <a:lnTo>
                  <a:pt x="31483" y="60490"/>
                </a:lnTo>
                <a:lnTo>
                  <a:pt x="32702" y="39246"/>
                </a:lnTo>
                <a:lnTo>
                  <a:pt x="36347" y="24023"/>
                </a:lnTo>
                <a:lnTo>
                  <a:pt x="42402" y="14861"/>
                </a:lnTo>
                <a:lnTo>
                  <a:pt x="50850" y="11798"/>
                </a:lnTo>
                <a:lnTo>
                  <a:pt x="70390" y="11798"/>
                </a:lnTo>
                <a:lnTo>
                  <a:pt x="69534" y="10719"/>
                </a:lnTo>
                <a:lnTo>
                  <a:pt x="62010" y="5026"/>
                </a:lnTo>
                <a:lnTo>
                  <a:pt x="53311" y="1375"/>
                </a:lnTo>
                <a:lnTo>
                  <a:pt x="43827" y="0"/>
                </a:lnTo>
                <a:close/>
              </a:path>
              <a:path w="114934" h="189229">
                <a:moveTo>
                  <a:pt x="70390" y="11798"/>
                </a:moveTo>
                <a:lnTo>
                  <a:pt x="50850" y="11798"/>
                </a:lnTo>
                <a:lnTo>
                  <a:pt x="59320" y="14315"/>
                </a:lnTo>
                <a:lnTo>
                  <a:pt x="66735" y="21791"/>
                </a:lnTo>
                <a:lnTo>
                  <a:pt x="71992" y="34113"/>
                </a:lnTo>
                <a:lnTo>
                  <a:pt x="73990" y="51168"/>
                </a:lnTo>
                <a:lnTo>
                  <a:pt x="73990" y="79832"/>
                </a:lnTo>
                <a:lnTo>
                  <a:pt x="72532" y="95372"/>
                </a:lnTo>
                <a:lnTo>
                  <a:pt x="68316" y="107000"/>
                </a:lnTo>
                <a:lnTo>
                  <a:pt x="61581" y="114290"/>
                </a:lnTo>
                <a:lnTo>
                  <a:pt x="52565" y="116814"/>
                </a:lnTo>
                <a:lnTo>
                  <a:pt x="72165" y="116814"/>
                </a:lnTo>
                <a:lnTo>
                  <a:pt x="74015" y="115023"/>
                </a:lnTo>
                <a:lnTo>
                  <a:pt x="102808" y="115023"/>
                </a:lnTo>
                <a:lnTo>
                  <a:pt x="103109" y="109156"/>
                </a:lnTo>
                <a:lnTo>
                  <a:pt x="103062" y="18224"/>
                </a:lnTo>
                <a:lnTo>
                  <a:pt x="75488" y="18224"/>
                </a:lnTo>
                <a:lnTo>
                  <a:pt x="70390" y="11798"/>
                </a:lnTo>
                <a:close/>
              </a:path>
              <a:path w="114934" h="189229">
                <a:moveTo>
                  <a:pt x="114490" y="520"/>
                </a:moveTo>
                <a:lnTo>
                  <a:pt x="75488" y="520"/>
                </a:lnTo>
                <a:lnTo>
                  <a:pt x="75488" y="18224"/>
                </a:lnTo>
                <a:lnTo>
                  <a:pt x="103062" y="18224"/>
                </a:lnTo>
                <a:lnTo>
                  <a:pt x="103060" y="15125"/>
                </a:lnTo>
                <a:lnTo>
                  <a:pt x="105219" y="12992"/>
                </a:lnTo>
                <a:lnTo>
                  <a:pt x="106502" y="12560"/>
                </a:lnTo>
                <a:lnTo>
                  <a:pt x="114490" y="12560"/>
                </a:lnTo>
                <a:lnTo>
                  <a:pt x="114490" y="520"/>
                </a:lnTo>
                <a:close/>
              </a:path>
            </a:pathLst>
          </a:custGeom>
          <a:solidFill>
            <a:srgbClr val="6A6360"/>
          </a:solidFill>
        </p:spPr>
        <p:txBody>
          <a:bodyPr wrap="square" lIns="0" tIns="0" rIns="0" bIns="0" rtlCol="0"/>
          <a:lstStyle/>
          <a:p>
            <a:endParaRPr/>
          </a:p>
        </p:txBody>
      </p:sp>
      <p:sp>
        <p:nvSpPr>
          <p:cNvPr id="23" name="bg object 23"/>
          <p:cNvSpPr/>
          <p:nvPr/>
        </p:nvSpPr>
        <p:spPr>
          <a:xfrm>
            <a:off x="9441563" y="542276"/>
            <a:ext cx="53340" cy="124460"/>
          </a:xfrm>
          <a:custGeom>
            <a:avLst/>
            <a:gdLst/>
            <a:ahLst/>
            <a:cxnLst/>
            <a:rect l="l" t="t" r="r" b="b"/>
            <a:pathLst>
              <a:path w="53340" h="124459">
                <a:moveTo>
                  <a:pt x="41744" y="0"/>
                </a:moveTo>
                <a:lnTo>
                  <a:pt x="0" y="0"/>
                </a:lnTo>
                <a:lnTo>
                  <a:pt x="0" y="12014"/>
                </a:lnTo>
                <a:lnTo>
                  <a:pt x="7975" y="12014"/>
                </a:lnTo>
                <a:lnTo>
                  <a:pt x="9283" y="12458"/>
                </a:lnTo>
                <a:lnTo>
                  <a:pt x="11455" y="14630"/>
                </a:lnTo>
                <a:lnTo>
                  <a:pt x="11366" y="124358"/>
                </a:lnTo>
                <a:lnTo>
                  <a:pt x="53289" y="124294"/>
                </a:lnTo>
                <a:lnTo>
                  <a:pt x="53251" y="112280"/>
                </a:lnTo>
                <a:lnTo>
                  <a:pt x="45262" y="112280"/>
                </a:lnTo>
                <a:lnTo>
                  <a:pt x="43954" y="111836"/>
                </a:lnTo>
                <a:lnTo>
                  <a:pt x="41795" y="109651"/>
                </a:lnTo>
                <a:lnTo>
                  <a:pt x="41744" y="0"/>
                </a:lnTo>
                <a:close/>
              </a:path>
            </a:pathLst>
          </a:custGeom>
          <a:solidFill>
            <a:srgbClr val="6A6360"/>
          </a:solidFill>
        </p:spPr>
        <p:txBody>
          <a:bodyPr wrap="square" lIns="0" tIns="0" rIns="0" bIns="0" rtlCol="0"/>
          <a:lstStyle/>
          <a:p>
            <a:endParaRPr/>
          </a:p>
        </p:txBody>
      </p:sp>
      <p:sp>
        <p:nvSpPr>
          <p:cNvPr id="24" name="bg object 24"/>
          <p:cNvSpPr/>
          <p:nvPr/>
        </p:nvSpPr>
        <p:spPr>
          <a:xfrm>
            <a:off x="8832050" y="483628"/>
            <a:ext cx="238125" cy="183515"/>
          </a:xfrm>
          <a:custGeom>
            <a:avLst/>
            <a:gdLst/>
            <a:ahLst/>
            <a:cxnLst/>
            <a:rect l="l" t="t" r="r" b="b"/>
            <a:pathLst>
              <a:path w="238125" h="183515">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238125" h="183515">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Lst>
          </a:custGeom>
          <a:solidFill>
            <a:srgbClr val="6A6360"/>
          </a:solidFill>
        </p:spPr>
        <p:txBody>
          <a:bodyPr wrap="square" lIns="0" tIns="0" rIns="0" bIns="0" rtlCol="0"/>
          <a:lstStyle/>
          <a:p>
            <a:endParaRPr/>
          </a:p>
        </p:txBody>
      </p:sp>
      <p:sp>
        <p:nvSpPr>
          <p:cNvPr id="25" name="bg object 25"/>
          <p:cNvSpPr/>
          <p:nvPr/>
        </p:nvSpPr>
        <p:spPr>
          <a:xfrm>
            <a:off x="9350706" y="540779"/>
            <a:ext cx="87630" cy="126364"/>
          </a:xfrm>
          <a:custGeom>
            <a:avLst/>
            <a:gdLst/>
            <a:ahLst/>
            <a:cxnLst/>
            <a:rect l="l" t="t" r="r" b="b"/>
            <a:pathLst>
              <a:path w="87629" h="126365">
                <a:moveTo>
                  <a:pt x="68491" y="12"/>
                </a:moveTo>
                <a:lnTo>
                  <a:pt x="60440" y="1706"/>
                </a:lnTo>
                <a:lnTo>
                  <a:pt x="52714" y="6770"/>
                </a:lnTo>
                <a:lnTo>
                  <a:pt x="45802" y="15180"/>
                </a:lnTo>
                <a:lnTo>
                  <a:pt x="40081" y="27165"/>
                </a:lnTo>
                <a:lnTo>
                  <a:pt x="40081" y="1460"/>
                </a:lnTo>
                <a:lnTo>
                  <a:pt x="0" y="1460"/>
                </a:lnTo>
                <a:lnTo>
                  <a:pt x="0" y="13500"/>
                </a:lnTo>
                <a:lnTo>
                  <a:pt x="7988" y="13500"/>
                </a:lnTo>
                <a:lnTo>
                  <a:pt x="9283" y="13957"/>
                </a:lnTo>
                <a:lnTo>
                  <a:pt x="11391" y="16128"/>
                </a:lnTo>
                <a:lnTo>
                  <a:pt x="11277" y="125793"/>
                </a:lnTo>
                <a:lnTo>
                  <a:pt x="53314" y="125793"/>
                </a:lnTo>
                <a:lnTo>
                  <a:pt x="53314" y="113779"/>
                </a:lnTo>
                <a:lnTo>
                  <a:pt x="45300" y="113779"/>
                </a:lnTo>
                <a:lnTo>
                  <a:pt x="43992" y="113322"/>
                </a:lnTo>
                <a:lnTo>
                  <a:pt x="41833" y="111150"/>
                </a:lnTo>
                <a:lnTo>
                  <a:pt x="41922" y="58966"/>
                </a:lnTo>
                <a:lnTo>
                  <a:pt x="42994" y="42552"/>
                </a:lnTo>
                <a:lnTo>
                  <a:pt x="45735" y="30810"/>
                </a:lnTo>
                <a:lnTo>
                  <a:pt x="49434" y="23754"/>
                </a:lnTo>
                <a:lnTo>
                  <a:pt x="53378" y="21399"/>
                </a:lnTo>
                <a:lnTo>
                  <a:pt x="55676" y="21399"/>
                </a:lnTo>
                <a:lnTo>
                  <a:pt x="55486" y="24079"/>
                </a:lnTo>
                <a:lnTo>
                  <a:pt x="59169" y="34594"/>
                </a:lnTo>
                <a:lnTo>
                  <a:pt x="64770" y="38442"/>
                </a:lnTo>
                <a:lnTo>
                  <a:pt x="81178" y="38303"/>
                </a:lnTo>
                <a:lnTo>
                  <a:pt x="87223" y="31394"/>
                </a:lnTo>
                <a:lnTo>
                  <a:pt x="87223" y="19367"/>
                </a:lnTo>
                <a:lnTo>
                  <a:pt x="85898" y="11965"/>
                </a:lnTo>
                <a:lnTo>
                  <a:pt x="81976" y="5856"/>
                </a:lnTo>
                <a:lnTo>
                  <a:pt x="76052" y="1663"/>
                </a:lnTo>
                <a:lnTo>
                  <a:pt x="68491" y="0"/>
                </a:lnTo>
                <a:close/>
              </a:path>
            </a:pathLst>
          </a:custGeom>
          <a:solidFill>
            <a:srgbClr val="6A6360"/>
          </a:solidFill>
        </p:spPr>
        <p:txBody>
          <a:bodyPr wrap="square" lIns="0" tIns="0" rIns="0" bIns="0" rtlCol="0"/>
          <a:lstStyle/>
          <a:p>
            <a:endParaRPr/>
          </a:p>
        </p:txBody>
      </p:sp>
      <p:pic>
        <p:nvPicPr>
          <p:cNvPr id="26" name="bg object 26"/>
          <p:cNvPicPr/>
          <p:nvPr/>
        </p:nvPicPr>
        <p:blipFill>
          <a:blip r:embed="rId3" cstate="print"/>
          <a:stretch>
            <a:fillRect/>
          </a:stretch>
        </p:blipFill>
        <p:spPr>
          <a:xfrm>
            <a:off x="8465248" y="464343"/>
            <a:ext cx="332985" cy="196840"/>
          </a:xfrm>
          <a:prstGeom prst="rect">
            <a:avLst/>
          </a:prstGeom>
        </p:spPr>
      </p:pic>
      <p:sp>
        <p:nvSpPr>
          <p:cNvPr id="27" name="bg object 27"/>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28" name="bg object 28"/>
          <p:cNvSpPr/>
          <p:nvPr/>
        </p:nvSpPr>
        <p:spPr>
          <a:xfrm>
            <a:off x="0" y="7429501"/>
            <a:ext cx="914400" cy="0"/>
          </a:xfrm>
          <a:custGeom>
            <a:avLst/>
            <a:gdLst/>
            <a:ahLst/>
            <a:cxnLst/>
            <a:rect l="l" t="t" r="r" b="b"/>
            <a:pathLst>
              <a:path w="914400">
                <a:moveTo>
                  <a:pt x="0" y="0"/>
                </a:moveTo>
                <a:lnTo>
                  <a:pt x="914400" y="0"/>
                </a:lnTo>
              </a:path>
            </a:pathLst>
          </a:custGeom>
          <a:ln w="9525">
            <a:solidFill>
              <a:srgbClr val="FFFFFF"/>
            </a:solidFill>
          </a:ln>
        </p:spPr>
        <p:txBody>
          <a:bodyPr wrap="square" lIns="0" tIns="0" rIns="0" bIns="0" rtlCol="0"/>
          <a:lstStyle/>
          <a:p>
            <a:endParaRPr/>
          </a:p>
        </p:txBody>
      </p:sp>
      <p:sp>
        <p:nvSpPr>
          <p:cNvPr id="29" name="bg object 29"/>
          <p:cNvSpPr/>
          <p:nvPr/>
        </p:nvSpPr>
        <p:spPr>
          <a:xfrm>
            <a:off x="2286000" y="7429501"/>
            <a:ext cx="5657850" cy="0"/>
          </a:xfrm>
          <a:custGeom>
            <a:avLst/>
            <a:gdLst/>
            <a:ahLst/>
            <a:cxnLst/>
            <a:rect l="l" t="t" r="r" b="b"/>
            <a:pathLst>
              <a:path w="5657850">
                <a:moveTo>
                  <a:pt x="0" y="0"/>
                </a:moveTo>
                <a:lnTo>
                  <a:pt x="5657850" y="0"/>
                </a:lnTo>
              </a:path>
            </a:pathLst>
          </a:custGeom>
          <a:ln w="9525">
            <a:solidFill>
              <a:srgbClr val="000000"/>
            </a:solidFill>
          </a:ln>
        </p:spPr>
        <p:txBody>
          <a:bodyPr wrap="square" lIns="0" tIns="0" rIns="0" bIns="0" rtlCol="0"/>
          <a:lstStyle/>
          <a:p>
            <a:endParaRPr/>
          </a:p>
        </p:txBody>
      </p:sp>
      <p:pic>
        <p:nvPicPr>
          <p:cNvPr id="30" name="bg object 30"/>
          <p:cNvPicPr/>
          <p:nvPr/>
        </p:nvPicPr>
        <p:blipFill>
          <a:blip r:embed="rId4" cstate="print"/>
          <a:stretch>
            <a:fillRect/>
          </a:stretch>
        </p:blipFill>
        <p:spPr>
          <a:xfrm>
            <a:off x="4903470" y="7303771"/>
            <a:ext cx="251459" cy="251460"/>
          </a:xfrm>
          <a:prstGeom prst="rect">
            <a:avLst/>
          </a:prstGeom>
        </p:spPr>
      </p:pic>
      <p:sp>
        <p:nvSpPr>
          <p:cNvPr id="31" name="bg object 3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sp>
        <p:nvSpPr>
          <p:cNvPr id="32" name="bg object 32"/>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0"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700" b="0" i="0">
                <a:solidFill>
                  <a:srgbClr val="7F7773"/>
                </a:solidFill>
                <a:latin typeface="Tahoma"/>
                <a:cs typeface="Tahoma"/>
              </a:defRPr>
            </a:lvl1p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defRPr sz="700" b="0" i="0">
                <a:solidFill>
                  <a:srgbClr val="7F7773"/>
                </a:solidFill>
                <a:latin typeface="Trebuchet MS"/>
                <a:cs typeface="Trebuchet MS"/>
              </a:defRPr>
            </a:lvl1p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517713" y="6445203"/>
            <a:ext cx="1048206" cy="383822"/>
          </a:xfrm>
          <a:prstGeom prst="rect">
            <a:avLst/>
          </a:prstGeom>
        </p:spPr>
      </p:pic>
      <p:sp>
        <p:nvSpPr>
          <p:cNvPr id="2" name="Holder 2"/>
          <p:cNvSpPr>
            <a:spLocks noGrp="1"/>
          </p:cNvSpPr>
          <p:nvPr>
            <p:ph type="ftr" sz="quarter" idx="5"/>
          </p:nvPr>
        </p:nvSpPr>
        <p:spPr/>
        <p:txBody>
          <a:bodyPr lIns="0" tIns="0" rIns="0" bIns="0"/>
          <a:lstStyle>
            <a:lvl1pPr>
              <a:defRPr sz="700" b="0" i="0">
                <a:solidFill>
                  <a:srgbClr val="7F7773"/>
                </a:solidFill>
                <a:latin typeface="Tahoma"/>
                <a:cs typeface="Tahoma"/>
              </a:defRPr>
            </a:lvl1p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defRPr sz="700" b="0" i="0">
                <a:solidFill>
                  <a:srgbClr val="7F7773"/>
                </a:solidFill>
                <a:latin typeface="Trebuchet MS"/>
                <a:cs typeface="Trebuchet MS"/>
              </a:defRPr>
            </a:lvl1p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1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png"/><Relationship Id="rId12" Type="http://schemas.openxmlformats.org/officeDocument/2006/relationships/image" Target="../media/image6.png"/><Relationship Id="rId17" Type="http://schemas.openxmlformats.org/officeDocument/2006/relationships/image" Target="../media/image11.png"/><Relationship Id="rId2" Type="http://schemas.openxmlformats.org/officeDocument/2006/relationships/slideLayout" Target="../slideLayouts/slideLayout2.xml"/><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image" Target="../media/image9.png"/><Relationship Id="rId10" Type="http://schemas.openxmlformats.org/officeDocument/2006/relationships/image" Target="../media/image4.png"/><Relationship Id="rId19" Type="http://schemas.openxmlformats.org/officeDocument/2006/relationships/image" Target="../media/image13.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058400" cy="7772400"/>
          </a:xfrm>
          <a:custGeom>
            <a:avLst/>
            <a:gdLst/>
            <a:ahLst/>
            <a:cxnLst/>
            <a:rect l="l" t="t" r="r" b="b"/>
            <a:pathLst>
              <a:path w="10058400" h="7772400">
                <a:moveTo>
                  <a:pt x="10058400" y="0"/>
                </a:moveTo>
                <a:lnTo>
                  <a:pt x="0" y="0"/>
                </a:lnTo>
                <a:lnTo>
                  <a:pt x="0" y="7772400"/>
                </a:lnTo>
                <a:lnTo>
                  <a:pt x="10058400" y="7772400"/>
                </a:lnTo>
                <a:lnTo>
                  <a:pt x="10058400" y="0"/>
                </a:lnTo>
                <a:close/>
              </a:path>
            </a:pathLst>
          </a:custGeom>
          <a:solidFill>
            <a:srgbClr val="ECE9E7"/>
          </a:solidFill>
        </p:spPr>
        <p:txBody>
          <a:bodyPr wrap="square" lIns="0" tIns="0" rIns="0" bIns="0" rtlCol="0"/>
          <a:lstStyle/>
          <a:p>
            <a:endParaRPr/>
          </a:p>
        </p:txBody>
      </p:sp>
      <p:sp>
        <p:nvSpPr>
          <p:cNvPr id="17" name="bg object 17"/>
          <p:cNvSpPr/>
          <p:nvPr/>
        </p:nvSpPr>
        <p:spPr>
          <a:xfrm>
            <a:off x="7613078" y="2245436"/>
            <a:ext cx="1290955" cy="1115695"/>
          </a:xfrm>
          <a:custGeom>
            <a:avLst/>
            <a:gdLst/>
            <a:ahLst/>
            <a:cxnLst/>
            <a:rect l="l" t="t" r="r" b="b"/>
            <a:pathLst>
              <a:path w="1290954" h="1115695">
                <a:moveTo>
                  <a:pt x="70973" y="596531"/>
                </a:moveTo>
                <a:lnTo>
                  <a:pt x="59791" y="596531"/>
                </a:lnTo>
                <a:lnTo>
                  <a:pt x="318731" y="1039533"/>
                </a:lnTo>
                <a:lnTo>
                  <a:pt x="311589" y="1046110"/>
                </a:lnTo>
                <a:lnTo>
                  <a:pt x="306104" y="1054119"/>
                </a:lnTo>
                <a:lnTo>
                  <a:pt x="302587" y="1063289"/>
                </a:lnTo>
                <a:lnTo>
                  <a:pt x="301345" y="1073353"/>
                </a:lnTo>
                <a:lnTo>
                  <a:pt x="304706" y="1089795"/>
                </a:lnTo>
                <a:lnTo>
                  <a:pt x="313872" y="1103222"/>
                </a:lnTo>
                <a:lnTo>
                  <a:pt x="327464" y="1112274"/>
                </a:lnTo>
                <a:lnTo>
                  <a:pt x="344106" y="1115593"/>
                </a:lnTo>
                <a:lnTo>
                  <a:pt x="359626" y="1112702"/>
                </a:lnTo>
                <a:lnTo>
                  <a:pt x="372556" y="1104766"/>
                </a:lnTo>
                <a:lnTo>
                  <a:pt x="381830" y="1092886"/>
                </a:lnTo>
                <a:lnTo>
                  <a:pt x="386384" y="1078166"/>
                </a:lnTo>
                <a:lnTo>
                  <a:pt x="988574" y="1078166"/>
                </a:lnTo>
                <a:lnTo>
                  <a:pt x="989558" y="1073353"/>
                </a:lnTo>
                <a:lnTo>
                  <a:pt x="988972" y="1068603"/>
                </a:lnTo>
                <a:lnTo>
                  <a:pt x="386384" y="1068603"/>
                </a:lnTo>
                <a:lnTo>
                  <a:pt x="381923" y="1054119"/>
                </a:lnTo>
                <a:lnTo>
                  <a:pt x="381843" y="1053858"/>
                </a:lnTo>
                <a:lnTo>
                  <a:pt x="372570" y="1041963"/>
                </a:lnTo>
                <a:lnTo>
                  <a:pt x="360673" y="1034656"/>
                </a:lnTo>
                <a:lnTo>
                  <a:pt x="327063" y="1034656"/>
                </a:lnTo>
                <a:lnTo>
                  <a:pt x="71095" y="596741"/>
                </a:lnTo>
                <a:lnTo>
                  <a:pt x="70973" y="596531"/>
                </a:lnTo>
                <a:close/>
              </a:path>
              <a:path w="1290954" h="1115695">
                <a:moveTo>
                  <a:pt x="988574" y="1078166"/>
                </a:moveTo>
                <a:lnTo>
                  <a:pt x="904519" y="1078166"/>
                </a:lnTo>
                <a:lnTo>
                  <a:pt x="909067" y="1092886"/>
                </a:lnTo>
                <a:lnTo>
                  <a:pt x="918343" y="1104766"/>
                </a:lnTo>
                <a:lnTo>
                  <a:pt x="931276" y="1112702"/>
                </a:lnTo>
                <a:lnTo>
                  <a:pt x="946797" y="1115593"/>
                </a:lnTo>
                <a:lnTo>
                  <a:pt x="963439" y="1112274"/>
                </a:lnTo>
                <a:lnTo>
                  <a:pt x="977031" y="1103222"/>
                </a:lnTo>
                <a:lnTo>
                  <a:pt x="986197" y="1089795"/>
                </a:lnTo>
                <a:lnTo>
                  <a:pt x="988574" y="1078166"/>
                </a:lnTo>
                <a:close/>
              </a:path>
              <a:path w="1290954" h="1115695">
                <a:moveTo>
                  <a:pt x="952855" y="1031125"/>
                </a:moveTo>
                <a:lnTo>
                  <a:pt x="946797" y="1031125"/>
                </a:lnTo>
                <a:lnTo>
                  <a:pt x="931269" y="1034018"/>
                </a:lnTo>
                <a:lnTo>
                  <a:pt x="918333" y="1041963"/>
                </a:lnTo>
                <a:lnTo>
                  <a:pt x="909060" y="1053858"/>
                </a:lnTo>
                <a:lnTo>
                  <a:pt x="904519" y="1068603"/>
                </a:lnTo>
                <a:lnTo>
                  <a:pt x="988972" y="1068603"/>
                </a:lnTo>
                <a:lnTo>
                  <a:pt x="988317" y="1063289"/>
                </a:lnTo>
                <a:lnTo>
                  <a:pt x="984801" y="1054119"/>
                </a:lnTo>
                <a:lnTo>
                  <a:pt x="979319" y="1046110"/>
                </a:lnTo>
                <a:lnTo>
                  <a:pt x="972186" y="1039533"/>
                </a:lnTo>
                <a:lnTo>
                  <a:pt x="975015" y="1034656"/>
                </a:lnTo>
                <a:lnTo>
                  <a:pt x="963841" y="1034656"/>
                </a:lnTo>
                <a:lnTo>
                  <a:pt x="958608" y="1032408"/>
                </a:lnTo>
                <a:lnTo>
                  <a:pt x="952855" y="1031125"/>
                </a:lnTo>
                <a:close/>
              </a:path>
              <a:path w="1290954" h="1115695">
                <a:moveTo>
                  <a:pt x="344106" y="1031125"/>
                </a:moveTo>
                <a:lnTo>
                  <a:pt x="338048" y="1031125"/>
                </a:lnTo>
                <a:lnTo>
                  <a:pt x="332282" y="1032408"/>
                </a:lnTo>
                <a:lnTo>
                  <a:pt x="327063" y="1034656"/>
                </a:lnTo>
                <a:lnTo>
                  <a:pt x="360673" y="1034656"/>
                </a:lnTo>
                <a:lnTo>
                  <a:pt x="359635" y="1034018"/>
                </a:lnTo>
                <a:lnTo>
                  <a:pt x="344106" y="1031125"/>
                </a:lnTo>
                <a:close/>
              </a:path>
              <a:path w="1290954" h="1115695">
                <a:moveTo>
                  <a:pt x="975009" y="80949"/>
                </a:moveTo>
                <a:lnTo>
                  <a:pt x="963815" y="80949"/>
                </a:lnTo>
                <a:lnTo>
                  <a:pt x="1222768" y="523976"/>
                </a:lnTo>
                <a:lnTo>
                  <a:pt x="1215619" y="530559"/>
                </a:lnTo>
                <a:lnTo>
                  <a:pt x="1210130" y="538570"/>
                </a:lnTo>
                <a:lnTo>
                  <a:pt x="1206611" y="547745"/>
                </a:lnTo>
                <a:lnTo>
                  <a:pt x="1205369" y="557822"/>
                </a:lnTo>
                <a:lnTo>
                  <a:pt x="1206611" y="567893"/>
                </a:lnTo>
                <a:lnTo>
                  <a:pt x="1210130" y="577067"/>
                </a:lnTo>
                <a:lnTo>
                  <a:pt x="1215619" y="585077"/>
                </a:lnTo>
                <a:lnTo>
                  <a:pt x="1222768" y="591654"/>
                </a:lnTo>
                <a:lnTo>
                  <a:pt x="963841" y="1034656"/>
                </a:lnTo>
                <a:lnTo>
                  <a:pt x="975015" y="1034656"/>
                </a:lnTo>
                <a:lnTo>
                  <a:pt x="1230969" y="596741"/>
                </a:lnTo>
                <a:lnTo>
                  <a:pt x="1231092" y="596531"/>
                </a:lnTo>
                <a:lnTo>
                  <a:pt x="1265086" y="596531"/>
                </a:lnTo>
                <a:lnTo>
                  <a:pt x="1278364" y="587686"/>
                </a:lnTo>
                <a:lnTo>
                  <a:pt x="1287530" y="574259"/>
                </a:lnTo>
                <a:lnTo>
                  <a:pt x="1290891" y="557822"/>
                </a:lnTo>
                <a:lnTo>
                  <a:pt x="1287530" y="541379"/>
                </a:lnTo>
                <a:lnTo>
                  <a:pt x="1278364" y="527953"/>
                </a:lnTo>
                <a:lnTo>
                  <a:pt x="1265070" y="519099"/>
                </a:lnTo>
                <a:lnTo>
                  <a:pt x="1231099" y="519099"/>
                </a:lnTo>
                <a:lnTo>
                  <a:pt x="975009" y="80949"/>
                </a:lnTo>
                <a:close/>
              </a:path>
              <a:path w="1290954" h="1115695">
                <a:moveTo>
                  <a:pt x="48831" y="515581"/>
                </a:moveTo>
                <a:lnTo>
                  <a:pt x="42760" y="515581"/>
                </a:lnTo>
                <a:lnTo>
                  <a:pt x="26119" y="518901"/>
                </a:lnTo>
                <a:lnTo>
                  <a:pt x="12526" y="527953"/>
                </a:lnTo>
                <a:lnTo>
                  <a:pt x="3361" y="541379"/>
                </a:lnTo>
                <a:lnTo>
                  <a:pt x="0" y="557822"/>
                </a:lnTo>
                <a:lnTo>
                  <a:pt x="3361" y="574259"/>
                </a:lnTo>
                <a:lnTo>
                  <a:pt x="12526" y="587686"/>
                </a:lnTo>
                <a:lnTo>
                  <a:pt x="26119" y="596741"/>
                </a:lnTo>
                <a:lnTo>
                  <a:pt x="42760" y="600062"/>
                </a:lnTo>
                <a:lnTo>
                  <a:pt x="48818" y="600062"/>
                </a:lnTo>
                <a:lnTo>
                  <a:pt x="54559" y="598779"/>
                </a:lnTo>
                <a:lnTo>
                  <a:pt x="59791" y="596531"/>
                </a:lnTo>
                <a:lnTo>
                  <a:pt x="70973" y="596531"/>
                </a:lnTo>
                <a:lnTo>
                  <a:pt x="68122" y="591654"/>
                </a:lnTo>
                <a:lnTo>
                  <a:pt x="75272" y="585077"/>
                </a:lnTo>
                <a:lnTo>
                  <a:pt x="80760" y="577067"/>
                </a:lnTo>
                <a:lnTo>
                  <a:pt x="84280" y="567893"/>
                </a:lnTo>
                <a:lnTo>
                  <a:pt x="85521" y="557822"/>
                </a:lnTo>
                <a:lnTo>
                  <a:pt x="84282" y="547745"/>
                </a:lnTo>
                <a:lnTo>
                  <a:pt x="80767" y="538570"/>
                </a:lnTo>
                <a:lnTo>
                  <a:pt x="75281" y="530559"/>
                </a:lnTo>
                <a:lnTo>
                  <a:pt x="68122" y="523976"/>
                </a:lnTo>
                <a:lnTo>
                  <a:pt x="70973" y="519099"/>
                </a:lnTo>
                <a:lnTo>
                  <a:pt x="59791" y="519099"/>
                </a:lnTo>
                <a:lnTo>
                  <a:pt x="54571" y="516864"/>
                </a:lnTo>
                <a:lnTo>
                  <a:pt x="48831" y="515581"/>
                </a:lnTo>
                <a:close/>
              </a:path>
              <a:path w="1290954" h="1115695">
                <a:moveTo>
                  <a:pt x="1265086" y="596531"/>
                </a:moveTo>
                <a:lnTo>
                  <a:pt x="1231129" y="596531"/>
                </a:lnTo>
                <a:lnTo>
                  <a:pt x="1236375" y="598779"/>
                </a:lnTo>
                <a:lnTo>
                  <a:pt x="1242060" y="600062"/>
                </a:lnTo>
                <a:lnTo>
                  <a:pt x="1248130" y="600062"/>
                </a:lnTo>
                <a:lnTo>
                  <a:pt x="1264772" y="596741"/>
                </a:lnTo>
                <a:lnTo>
                  <a:pt x="1265086" y="596531"/>
                </a:lnTo>
                <a:close/>
              </a:path>
              <a:path w="1290954" h="1115695">
                <a:moveTo>
                  <a:pt x="344106" y="0"/>
                </a:moveTo>
                <a:lnTo>
                  <a:pt x="327464" y="3319"/>
                </a:lnTo>
                <a:lnTo>
                  <a:pt x="313872" y="12369"/>
                </a:lnTo>
                <a:lnTo>
                  <a:pt x="304706" y="25792"/>
                </a:lnTo>
                <a:lnTo>
                  <a:pt x="301345" y="42227"/>
                </a:lnTo>
                <a:lnTo>
                  <a:pt x="302589" y="52305"/>
                </a:lnTo>
                <a:lnTo>
                  <a:pt x="306113" y="61483"/>
                </a:lnTo>
                <a:lnTo>
                  <a:pt x="311602" y="69495"/>
                </a:lnTo>
                <a:lnTo>
                  <a:pt x="318744" y="76073"/>
                </a:lnTo>
                <a:lnTo>
                  <a:pt x="59907" y="518901"/>
                </a:lnTo>
                <a:lnTo>
                  <a:pt x="59791" y="519099"/>
                </a:lnTo>
                <a:lnTo>
                  <a:pt x="70973" y="519099"/>
                </a:lnTo>
                <a:lnTo>
                  <a:pt x="327075" y="80949"/>
                </a:lnTo>
                <a:lnTo>
                  <a:pt x="360648" y="80949"/>
                </a:lnTo>
                <a:lnTo>
                  <a:pt x="372556" y="73640"/>
                </a:lnTo>
                <a:lnTo>
                  <a:pt x="381830" y="61761"/>
                </a:lnTo>
                <a:lnTo>
                  <a:pt x="386384" y="47040"/>
                </a:lnTo>
                <a:lnTo>
                  <a:pt x="988964" y="47040"/>
                </a:lnTo>
                <a:lnTo>
                  <a:pt x="989558" y="42227"/>
                </a:lnTo>
                <a:lnTo>
                  <a:pt x="988587" y="37477"/>
                </a:lnTo>
                <a:lnTo>
                  <a:pt x="386384" y="37477"/>
                </a:lnTo>
                <a:lnTo>
                  <a:pt x="381843" y="22733"/>
                </a:lnTo>
                <a:lnTo>
                  <a:pt x="372570" y="10837"/>
                </a:lnTo>
                <a:lnTo>
                  <a:pt x="359635" y="2893"/>
                </a:lnTo>
                <a:lnTo>
                  <a:pt x="344106" y="0"/>
                </a:lnTo>
                <a:close/>
              </a:path>
              <a:path w="1290954" h="1115695">
                <a:moveTo>
                  <a:pt x="1248130" y="515581"/>
                </a:moveTo>
                <a:lnTo>
                  <a:pt x="1242060" y="515581"/>
                </a:lnTo>
                <a:lnTo>
                  <a:pt x="1236332" y="516864"/>
                </a:lnTo>
                <a:lnTo>
                  <a:pt x="1231099" y="519099"/>
                </a:lnTo>
                <a:lnTo>
                  <a:pt x="1265070" y="519099"/>
                </a:lnTo>
                <a:lnTo>
                  <a:pt x="1264772" y="518901"/>
                </a:lnTo>
                <a:lnTo>
                  <a:pt x="1248130" y="515581"/>
                </a:lnTo>
                <a:close/>
              </a:path>
              <a:path w="1290954" h="1115695">
                <a:moveTo>
                  <a:pt x="360648" y="80949"/>
                </a:moveTo>
                <a:lnTo>
                  <a:pt x="327075" y="80949"/>
                </a:lnTo>
                <a:lnTo>
                  <a:pt x="332295" y="83197"/>
                </a:lnTo>
                <a:lnTo>
                  <a:pt x="338048" y="84467"/>
                </a:lnTo>
                <a:lnTo>
                  <a:pt x="344106" y="84467"/>
                </a:lnTo>
                <a:lnTo>
                  <a:pt x="359626" y="81577"/>
                </a:lnTo>
                <a:lnTo>
                  <a:pt x="360648" y="80949"/>
                </a:lnTo>
                <a:close/>
              </a:path>
              <a:path w="1290954" h="1115695">
                <a:moveTo>
                  <a:pt x="988964" y="47040"/>
                </a:moveTo>
                <a:lnTo>
                  <a:pt x="904519" y="47040"/>
                </a:lnTo>
                <a:lnTo>
                  <a:pt x="908987" y="61483"/>
                </a:lnTo>
                <a:lnTo>
                  <a:pt x="909073" y="61761"/>
                </a:lnTo>
                <a:lnTo>
                  <a:pt x="918348" y="73640"/>
                </a:lnTo>
                <a:lnTo>
                  <a:pt x="931278" y="81577"/>
                </a:lnTo>
                <a:lnTo>
                  <a:pt x="946797" y="84467"/>
                </a:lnTo>
                <a:lnTo>
                  <a:pt x="952842" y="84467"/>
                </a:lnTo>
                <a:lnTo>
                  <a:pt x="958596" y="83197"/>
                </a:lnTo>
                <a:lnTo>
                  <a:pt x="963815" y="80949"/>
                </a:lnTo>
                <a:lnTo>
                  <a:pt x="975009" y="80949"/>
                </a:lnTo>
                <a:lnTo>
                  <a:pt x="972159" y="76073"/>
                </a:lnTo>
                <a:lnTo>
                  <a:pt x="979303" y="69495"/>
                </a:lnTo>
                <a:lnTo>
                  <a:pt x="984792" y="61483"/>
                </a:lnTo>
                <a:lnTo>
                  <a:pt x="988315" y="52305"/>
                </a:lnTo>
                <a:lnTo>
                  <a:pt x="988964" y="47040"/>
                </a:lnTo>
                <a:close/>
              </a:path>
              <a:path w="1290954" h="1115695">
                <a:moveTo>
                  <a:pt x="946797" y="0"/>
                </a:moveTo>
                <a:lnTo>
                  <a:pt x="931269" y="2893"/>
                </a:lnTo>
                <a:lnTo>
                  <a:pt x="918333" y="10837"/>
                </a:lnTo>
                <a:lnTo>
                  <a:pt x="909060" y="22733"/>
                </a:lnTo>
                <a:lnTo>
                  <a:pt x="904519" y="37477"/>
                </a:lnTo>
                <a:lnTo>
                  <a:pt x="988587" y="37477"/>
                </a:lnTo>
                <a:lnTo>
                  <a:pt x="986197" y="25792"/>
                </a:lnTo>
                <a:lnTo>
                  <a:pt x="977031" y="12369"/>
                </a:lnTo>
                <a:lnTo>
                  <a:pt x="963439" y="3319"/>
                </a:lnTo>
                <a:lnTo>
                  <a:pt x="946797" y="0"/>
                </a:lnTo>
                <a:close/>
              </a:path>
            </a:pathLst>
          </a:custGeom>
          <a:solidFill>
            <a:srgbClr val="D2D6DC">
              <a:alpha val="50000"/>
            </a:srgbClr>
          </a:solidFill>
        </p:spPr>
        <p:txBody>
          <a:bodyPr wrap="square" lIns="0" tIns="0" rIns="0" bIns="0" rtlCol="0"/>
          <a:lstStyle/>
          <a:p>
            <a:endParaRPr/>
          </a:p>
        </p:txBody>
      </p:sp>
      <p:sp>
        <p:nvSpPr>
          <p:cNvPr id="18" name="bg object 18"/>
          <p:cNvSpPr/>
          <p:nvPr/>
        </p:nvSpPr>
        <p:spPr>
          <a:xfrm>
            <a:off x="5779452" y="53377"/>
            <a:ext cx="2304415" cy="1703070"/>
          </a:xfrm>
          <a:custGeom>
            <a:avLst/>
            <a:gdLst/>
            <a:ahLst/>
            <a:cxnLst/>
            <a:rect l="l" t="t" r="r" b="b"/>
            <a:pathLst>
              <a:path w="2304415" h="1703070">
                <a:moveTo>
                  <a:pt x="1290904" y="557822"/>
                </a:moveTo>
                <a:lnTo>
                  <a:pt x="1265110" y="519112"/>
                </a:lnTo>
                <a:lnTo>
                  <a:pt x="1248143" y="515581"/>
                </a:lnTo>
                <a:lnTo>
                  <a:pt x="1242072" y="515581"/>
                </a:lnTo>
                <a:lnTo>
                  <a:pt x="1236332" y="516864"/>
                </a:lnTo>
                <a:lnTo>
                  <a:pt x="1231099" y="519112"/>
                </a:lnTo>
                <a:lnTo>
                  <a:pt x="1222781" y="504888"/>
                </a:lnTo>
                <a:lnTo>
                  <a:pt x="1222781" y="523976"/>
                </a:lnTo>
                <a:lnTo>
                  <a:pt x="1215631" y="530567"/>
                </a:lnTo>
                <a:lnTo>
                  <a:pt x="1210144" y="538581"/>
                </a:lnTo>
                <a:lnTo>
                  <a:pt x="1206627" y="547751"/>
                </a:lnTo>
                <a:lnTo>
                  <a:pt x="1205382" y="557822"/>
                </a:lnTo>
                <a:lnTo>
                  <a:pt x="1206627" y="567893"/>
                </a:lnTo>
                <a:lnTo>
                  <a:pt x="1210144" y="577075"/>
                </a:lnTo>
                <a:lnTo>
                  <a:pt x="1215644" y="585089"/>
                </a:lnTo>
                <a:lnTo>
                  <a:pt x="1222781" y="591667"/>
                </a:lnTo>
                <a:lnTo>
                  <a:pt x="963828" y="1034656"/>
                </a:lnTo>
                <a:lnTo>
                  <a:pt x="958608" y="1032408"/>
                </a:lnTo>
                <a:lnTo>
                  <a:pt x="952868" y="1031125"/>
                </a:lnTo>
                <a:lnTo>
                  <a:pt x="946810" y="1031125"/>
                </a:lnTo>
                <a:lnTo>
                  <a:pt x="931278" y="1034021"/>
                </a:lnTo>
                <a:lnTo>
                  <a:pt x="918349" y="1041971"/>
                </a:lnTo>
                <a:lnTo>
                  <a:pt x="909078" y="1053858"/>
                </a:lnTo>
                <a:lnTo>
                  <a:pt x="904532" y="1068603"/>
                </a:lnTo>
                <a:lnTo>
                  <a:pt x="386384" y="1068603"/>
                </a:lnTo>
                <a:lnTo>
                  <a:pt x="381927" y="1054125"/>
                </a:lnTo>
                <a:lnTo>
                  <a:pt x="381850" y="1053858"/>
                </a:lnTo>
                <a:lnTo>
                  <a:pt x="372579" y="1041971"/>
                </a:lnTo>
                <a:lnTo>
                  <a:pt x="360680" y="1034656"/>
                </a:lnTo>
                <a:lnTo>
                  <a:pt x="359638" y="1034021"/>
                </a:lnTo>
                <a:lnTo>
                  <a:pt x="344106" y="1031125"/>
                </a:lnTo>
                <a:lnTo>
                  <a:pt x="338048" y="1031125"/>
                </a:lnTo>
                <a:lnTo>
                  <a:pt x="332295" y="1032408"/>
                </a:lnTo>
                <a:lnTo>
                  <a:pt x="327063" y="1034656"/>
                </a:lnTo>
                <a:lnTo>
                  <a:pt x="71094" y="596747"/>
                </a:lnTo>
                <a:lnTo>
                  <a:pt x="70980" y="596544"/>
                </a:lnTo>
                <a:lnTo>
                  <a:pt x="68122" y="591667"/>
                </a:lnTo>
                <a:lnTo>
                  <a:pt x="75272" y="585089"/>
                </a:lnTo>
                <a:lnTo>
                  <a:pt x="80759" y="577075"/>
                </a:lnTo>
                <a:lnTo>
                  <a:pt x="84289" y="567893"/>
                </a:lnTo>
                <a:lnTo>
                  <a:pt x="85521" y="557822"/>
                </a:lnTo>
                <a:lnTo>
                  <a:pt x="84289" y="547751"/>
                </a:lnTo>
                <a:lnTo>
                  <a:pt x="80772" y="538581"/>
                </a:lnTo>
                <a:lnTo>
                  <a:pt x="75285" y="530567"/>
                </a:lnTo>
                <a:lnTo>
                  <a:pt x="68122" y="523976"/>
                </a:lnTo>
                <a:lnTo>
                  <a:pt x="70967" y="519112"/>
                </a:lnTo>
                <a:lnTo>
                  <a:pt x="327088" y="80962"/>
                </a:lnTo>
                <a:lnTo>
                  <a:pt x="332308" y="83197"/>
                </a:lnTo>
                <a:lnTo>
                  <a:pt x="338048" y="84467"/>
                </a:lnTo>
                <a:lnTo>
                  <a:pt x="344106" y="84467"/>
                </a:lnTo>
                <a:lnTo>
                  <a:pt x="359638" y="81584"/>
                </a:lnTo>
                <a:lnTo>
                  <a:pt x="360641" y="80962"/>
                </a:lnTo>
                <a:lnTo>
                  <a:pt x="372567" y="73647"/>
                </a:lnTo>
                <a:lnTo>
                  <a:pt x="381825" y="61772"/>
                </a:lnTo>
                <a:lnTo>
                  <a:pt x="386372" y="47040"/>
                </a:lnTo>
                <a:lnTo>
                  <a:pt x="904532" y="47040"/>
                </a:lnTo>
                <a:lnTo>
                  <a:pt x="931291" y="81584"/>
                </a:lnTo>
                <a:lnTo>
                  <a:pt x="946810" y="84467"/>
                </a:lnTo>
                <a:lnTo>
                  <a:pt x="952855" y="84467"/>
                </a:lnTo>
                <a:lnTo>
                  <a:pt x="958596" y="83197"/>
                </a:lnTo>
                <a:lnTo>
                  <a:pt x="963815" y="80962"/>
                </a:lnTo>
                <a:lnTo>
                  <a:pt x="1222781" y="523976"/>
                </a:lnTo>
                <a:lnTo>
                  <a:pt x="1222781" y="504888"/>
                </a:lnTo>
                <a:lnTo>
                  <a:pt x="975017" y="80962"/>
                </a:lnTo>
                <a:lnTo>
                  <a:pt x="972159" y="76073"/>
                </a:lnTo>
                <a:lnTo>
                  <a:pt x="989571" y="42240"/>
                </a:lnTo>
                <a:lnTo>
                  <a:pt x="988606" y="37477"/>
                </a:lnTo>
                <a:lnTo>
                  <a:pt x="986218" y="25806"/>
                </a:lnTo>
                <a:lnTo>
                  <a:pt x="977049" y="12369"/>
                </a:lnTo>
                <a:lnTo>
                  <a:pt x="963460" y="3327"/>
                </a:lnTo>
                <a:lnTo>
                  <a:pt x="946810" y="0"/>
                </a:lnTo>
                <a:lnTo>
                  <a:pt x="931278" y="2895"/>
                </a:lnTo>
                <a:lnTo>
                  <a:pt x="918349" y="10845"/>
                </a:lnTo>
                <a:lnTo>
                  <a:pt x="909078" y="22745"/>
                </a:lnTo>
                <a:lnTo>
                  <a:pt x="904532" y="37477"/>
                </a:lnTo>
                <a:lnTo>
                  <a:pt x="386384" y="37477"/>
                </a:lnTo>
                <a:lnTo>
                  <a:pt x="381850" y="22745"/>
                </a:lnTo>
                <a:lnTo>
                  <a:pt x="372579" y="10845"/>
                </a:lnTo>
                <a:lnTo>
                  <a:pt x="359638" y="2895"/>
                </a:lnTo>
                <a:lnTo>
                  <a:pt x="344106" y="0"/>
                </a:lnTo>
                <a:lnTo>
                  <a:pt x="327469" y="3327"/>
                </a:lnTo>
                <a:lnTo>
                  <a:pt x="313880" y="12369"/>
                </a:lnTo>
                <a:lnTo>
                  <a:pt x="304711" y="25806"/>
                </a:lnTo>
                <a:lnTo>
                  <a:pt x="301345" y="42240"/>
                </a:lnTo>
                <a:lnTo>
                  <a:pt x="302590" y="52311"/>
                </a:lnTo>
                <a:lnTo>
                  <a:pt x="306120" y="61493"/>
                </a:lnTo>
                <a:lnTo>
                  <a:pt x="311607" y="69507"/>
                </a:lnTo>
                <a:lnTo>
                  <a:pt x="318744" y="76073"/>
                </a:lnTo>
                <a:lnTo>
                  <a:pt x="59931" y="518909"/>
                </a:lnTo>
                <a:lnTo>
                  <a:pt x="59804" y="519112"/>
                </a:lnTo>
                <a:lnTo>
                  <a:pt x="54584" y="516864"/>
                </a:lnTo>
                <a:lnTo>
                  <a:pt x="48831" y="515581"/>
                </a:lnTo>
                <a:lnTo>
                  <a:pt x="42760" y="515581"/>
                </a:lnTo>
                <a:lnTo>
                  <a:pt x="26123" y="518909"/>
                </a:lnTo>
                <a:lnTo>
                  <a:pt x="12534" y="527951"/>
                </a:lnTo>
                <a:lnTo>
                  <a:pt x="3365" y="541388"/>
                </a:lnTo>
                <a:lnTo>
                  <a:pt x="0" y="557822"/>
                </a:lnTo>
                <a:lnTo>
                  <a:pt x="3365" y="574268"/>
                </a:lnTo>
                <a:lnTo>
                  <a:pt x="12534" y="587692"/>
                </a:lnTo>
                <a:lnTo>
                  <a:pt x="26123" y="596747"/>
                </a:lnTo>
                <a:lnTo>
                  <a:pt x="42760" y="600062"/>
                </a:lnTo>
                <a:lnTo>
                  <a:pt x="48818" y="600062"/>
                </a:lnTo>
                <a:lnTo>
                  <a:pt x="54571" y="598779"/>
                </a:lnTo>
                <a:lnTo>
                  <a:pt x="59804" y="596544"/>
                </a:lnTo>
                <a:lnTo>
                  <a:pt x="318731" y="1039545"/>
                </a:lnTo>
                <a:lnTo>
                  <a:pt x="311594" y="1046124"/>
                </a:lnTo>
                <a:lnTo>
                  <a:pt x="306108" y="1054125"/>
                </a:lnTo>
                <a:lnTo>
                  <a:pt x="302590" y="1063307"/>
                </a:lnTo>
                <a:lnTo>
                  <a:pt x="301345" y="1073365"/>
                </a:lnTo>
                <a:lnTo>
                  <a:pt x="304711" y="1089812"/>
                </a:lnTo>
                <a:lnTo>
                  <a:pt x="313880" y="1103236"/>
                </a:lnTo>
                <a:lnTo>
                  <a:pt x="327469" y="1112278"/>
                </a:lnTo>
                <a:lnTo>
                  <a:pt x="344106" y="1115593"/>
                </a:lnTo>
                <a:lnTo>
                  <a:pt x="359638" y="1112710"/>
                </a:lnTo>
                <a:lnTo>
                  <a:pt x="372567" y="1104773"/>
                </a:lnTo>
                <a:lnTo>
                  <a:pt x="381825" y="1092885"/>
                </a:lnTo>
                <a:lnTo>
                  <a:pt x="386372" y="1078166"/>
                </a:lnTo>
                <a:lnTo>
                  <a:pt x="904532" y="1078166"/>
                </a:lnTo>
                <a:lnTo>
                  <a:pt x="909078" y="1092885"/>
                </a:lnTo>
                <a:lnTo>
                  <a:pt x="918349" y="1104773"/>
                </a:lnTo>
                <a:lnTo>
                  <a:pt x="931291" y="1112710"/>
                </a:lnTo>
                <a:lnTo>
                  <a:pt x="946810" y="1115593"/>
                </a:lnTo>
                <a:lnTo>
                  <a:pt x="963460" y="1112278"/>
                </a:lnTo>
                <a:lnTo>
                  <a:pt x="977049" y="1103236"/>
                </a:lnTo>
                <a:lnTo>
                  <a:pt x="986218" y="1089812"/>
                </a:lnTo>
                <a:lnTo>
                  <a:pt x="988593" y="1078166"/>
                </a:lnTo>
                <a:lnTo>
                  <a:pt x="989571" y="1073365"/>
                </a:lnTo>
                <a:lnTo>
                  <a:pt x="988987" y="1068603"/>
                </a:lnTo>
                <a:lnTo>
                  <a:pt x="988339" y="1063307"/>
                </a:lnTo>
                <a:lnTo>
                  <a:pt x="984821" y="1054125"/>
                </a:lnTo>
                <a:lnTo>
                  <a:pt x="979335" y="1046124"/>
                </a:lnTo>
                <a:lnTo>
                  <a:pt x="972185" y="1039545"/>
                </a:lnTo>
                <a:lnTo>
                  <a:pt x="975029" y="1034656"/>
                </a:lnTo>
                <a:lnTo>
                  <a:pt x="1230985" y="596747"/>
                </a:lnTo>
                <a:lnTo>
                  <a:pt x="1231099" y="596544"/>
                </a:lnTo>
                <a:lnTo>
                  <a:pt x="1236383" y="598779"/>
                </a:lnTo>
                <a:lnTo>
                  <a:pt x="1242072" y="600062"/>
                </a:lnTo>
                <a:lnTo>
                  <a:pt x="1248143" y="600062"/>
                </a:lnTo>
                <a:lnTo>
                  <a:pt x="1264793" y="596747"/>
                </a:lnTo>
                <a:lnTo>
                  <a:pt x="1265085" y="596544"/>
                </a:lnTo>
                <a:lnTo>
                  <a:pt x="1278382" y="587692"/>
                </a:lnTo>
                <a:lnTo>
                  <a:pt x="1287551" y="574268"/>
                </a:lnTo>
                <a:lnTo>
                  <a:pt x="1290904" y="557822"/>
                </a:lnTo>
                <a:close/>
              </a:path>
              <a:path w="2304415" h="1703070">
                <a:moveTo>
                  <a:pt x="2304072" y="1144879"/>
                </a:moveTo>
                <a:lnTo>
                  <a:pt x="2300706" y="1128433"/>
                </a:lnTo>
                <a:lnTo>
                  <a:pt x="2291537" y="1115009"/>
                </a:lnTo>
                <a:lnTo>
                  <a:pt x="2278265" y="1106170"/>
                </a:lnTo>
                <a:lnTo>
                  <a:pt x="2277948" y="1105954"/>
                </a:lnTo>
                <a:lnTo>
                  <a:pt x="2261311" y="1102639"/>
                </a:lnTo>
                <a:lnTo>
                  <a:pt x="2255240" y="1102639"/>
                </a:lnTo>
                <a:lnTo>
                  <a:pt x="2249500" y="1103922"/>
                </a:lnTo>
                <a:lnTo>
                  <a:pt x="2244280" y="1106170"/>
                </a:lnTo>
                <a:lnTo>
                  <a:pt x="2235949" y="1091920"/>
                </a:lnTo>
                <a:lnTo>
                  <a:pt x="2235949" y="1111034"/>
                </a:lnTo>
                <a:lnTo>
                  <a:pt x="2228799" y="1117612"/>
                </a:lnTo>
                <a:lnTo>
                  <a:pt x="2223300" y="1125626"/>
                </a:lnTo>
                <a:lnTo>
                  <a:pt x="2219782" y="1134795"/>
                </a:lnTo>
                <a:lnTo>
                  <a:pt x="2218550" y="1144879"/>
                </a:lnTo>
                <a:lnTo>
                  <a:pt x="2219782" y="1154950"/>
                </a:lnTo>
                <a:lnTo>
                  <a:pt x="2223300" y="1164120"/>
                </a:lnTo>
                <a:lnTo>
                  <a:pt x="2228799" y="1172133"/>
                </a:lnTo>
                <a:lnTo>
                  <a:pt x="2235949" y="1178712"/>
                </a:lnTo>
                <a:lnTo>
                  <a:pt x="1976996" y="1621713"/>
                </a:lnTo>
                <a:lnTo>
                  <a:pt x="1971789" y="1619465"/>
                </a:lnTo>
                <a:lnTo>
                  <a:pt x="1966036" y="1618183"/>
                </a:lnTo>
                <a:lnTo>
                  <a:pt x="1959965" y="1618183"/>
                </a:lnTo>
                <a:lnTo>
                  <a:pt x="1944433" y="1621078"/>
                </a:lnTo>
                <a:lnTo>
                  <a:pt x="1931504" y="1629016"/>
                </a:lnTo>
                <a:lnTo>
                  <a:pt x="1922233" y="1640916"/>
                </a:lnTo>
                <a:lnTo>
                  <a:pt x="1917700" y="1655660"/>
                </a:lnTo>
                <a:lnTo>
                  <a:pt x="1399565" y="1655660"/>
                </a:lnTo>
                <a:lnTo>
                  <a:pt x="1395095" y="1641182"/>
                </a:lnTo>
                <a:lnTo>
                  <a:pt x="1395006" y="1640916"/>
                </a:lnTo>
                <a:lnTo>
                  <a:pt x="1385735" y="1629016"/>
                </a:lnTo>
                <a:lnTo>
                  <a:pt x="1373835" y="1621713"/>
                </a:lnTo>
                <a:lnTo>
                  <a:pt x="1372806" y="1621078"/>
                </a:lnTo>
                <a:lnTo>
                  <a:pt x="1357274" y="1618183"/>
                </a:lnTo>
                <a:lnTo>
                  <a:pt x="1351216" y="1618183"/>
                </a:lnTo>
                <a:lnTo>
                  <a:pt x="1345463" y="1619465"/>
                </a:lnTo>
                <a:lnTo>
                  <a:pt x="1340231" y="1621713"/>
                </a:lnTo>
                <a:lnTo>
                  <a:pt x="1084275" y="1183792"/>
                </a:lnTo>
                <a:lnTo>
                  <a:pt x="1084148" y="1183589"/>
                </a:lnTo>
                <a:lnTo>
                  <a:pt x="1081303" y="1178712"/>
                </a:lnTo>
                <a:lnTo>
                  <a:pt x="1088440" y="1172133"/>
                </a:lnTo>
                <a:lnTo>
                  <a:pt x="1093927" y="1164120"/>
                </a:lnTo>
                <a:lnTo>
                  <a:pt x="1097445" y="1154950"/>
                </a:lnTo>
                <a:lnTo>
                  <a:pt x="1098689" y="1144879"/>
                </a:lnTo>
                <a:lnTo>
                  <a:pt x="1097445" y="1134795"/>
                </a:lnTo>
                <a:lnTo>
                  <a:pt x="1093927" y="1125626"/>
                </a:lnTo>
                <a:lnTo>
                  <a:pt x="1088440" y="1117612"/>
                </a:lnTo>
                <a:lnTo>
                  <a:pt x="1081303" y="1111034"/>
                </a:lnTo>
                <a:lnTo>
                  <a:pt x="1084135" y="1106170"/>
                </a:lnTo>
                <a:lnTo>
                  <a:pt x="1340256" y="668007"/>
                </a:lnTo>
                <a:lnTo>
                  <a:pt x="1345476" y="670255"/>
                </a:lnTo>
                <a:lnTo>
                  <a:pt x="1351216" y="671525"/>
                </a:lnTo>
                <a:lnTo>
                  <a:pt x="1357274" y="671525"/>
                </a:lnTo>
                <a:lnTo>
                  <a:pt x="1372793" y="668629"/>
                </a:lnTo>
                <a:lnTo>
                  <a:pt x="1373822" y="668007"/>
                </a:lnTo>
                <a:lnTo>
                  <a:pt x="1385722" y="660692"/>
                </a:lnTo>
                <a:lnTo>
                  <a:pt x="1394993" y="648817"/>
                </a:lnTo>
                <a:lnTo>
                  <a:pt x="1399552" y="634098"/>
                </a:lnTo>
                <a:lnTo>
                  <a:pt x="1917700" y="634098"/>
                </a:lnTo>
                <a:lnTo>
                  <a:pt x="1944446" y="668629"/>
                </a:lnTo>
                <a:lnTo>
                  <a:pt x="1959965" y="671525"/>
                </a:lnTo>
                <a:lnTo>
                  <a:pt x="1966023" y="671525"/>
                </a:lnTo>
                <a:lnTo>
                  <a:pt x="1971776" y="670255"/>
                </a:lnTo>
                <a:lnTo>
                  <a:pt x="1976983" y="668007"/>
                </a:lnTo>
                <a:lnTo>
                  <a:pt x="2235949" y="1111034"/>
                </a:lnTo>
                <a:lnTo>
                  <a:pt x="2235949" y="1091920"/>
                </a:lnTo>
                <a:lnTo>
                  <a:pt x="1988172" y="668007"/>
                </a:lnTo>
                <a:lnTo>
                  <a:pt x="1985327" y="663130"/>
                </a:lnTo>
                <a:lnTo>
                  <a:pt x="1992477" y="656551"/>
                </a:lnTo>
                <a:lnTo>
                  <a:pt x="1997964" y="648550"/>
                </a:lnTo>
                <a:lnTo>
                  <a:pt x="2001494" y="639368"/>
                </a:lnTo>
                <a:lnTo>
                  <a:pt x="2002142" y="634098"/>
                </a:lnTo>
                <a:lnTo>
                  <a:pt x="2002739" y="629297"/>
                </a:lnTo>
                <a:lnTo>
                  <a:pt x="2001761" y="624535"/>
                </a:lnTo>
                <a:lnTo>
                  <a:pt x="1999373" y="612851"/>
                </a:lnTo>
                <a:lnTo>
                  <a:pt x="1990204" y="599427"/>
                </a:lnTo>
                <a:lnTo>
                  <a:pt x="1976602" y="590372"/>
                </a:lnTo>
                <a:lnTo>
                  <a:pt x="1959965" y="587057"/>
                </a:lnTo>
                <a:lnTo>
                  <a:pt x="1944433" y="589953"/>
                </a:lnTo>
                <a:lnTo>
                  <a:pt x="1931504" y="597890"/>
                </a:lnTo>
                <a:lnTo>
                  <a:pt x="1922233" y="609790"/>
                </a:lnTo>
                <a:lnTo>
                  <a:pt x="1917700" y="624535"/>
                </a:lnTo>
                <a:lnTo>
                  <a:pt x="1399565" y="624535"/>
                </a:lnTo>
                <a:lnTo>
                  <a:pt x="1395006" y="609790"/>
                </a:lnTo>
                <a:lnTo>
                  <a:pt x="1385735" y="597890"/>
                </a:lnTo>
                <a:lnTo>
                  <a:pt x="1372806" y="589953"/>
                </a:lnTo>
                <a:lnTo>
                  <a:pt x="1357274" y="587057"/>
                </a:lnTo>
                <a:lnTo>
                  <a:pt x="1340624" y="590372"/>
                </a:lnTo>
                <a:lnTo>
                  <a:pt x="1327035" y="599427"/>
                </a:lnTo>
                <a:lnTo>
                  <a:pt x="1317866" y="612851"/>
                </a:lnTo>
                <a:lnTo>
                  <a:pt x="1314513" y="629297"/>
                </a:lnTo>
                <a:lnTo>
                  <a:pt x="1315758" y="639368"/>
                </a:lnTo>
                <a:lnTo>
                  <a:pt x="1319276" y="648550"/>
                </a:lnTo>
                <a:lnTo>
                  <a:pt x="1324762" y="656551"/>
                </a:lnTo>
                <a:lnTo>
                  <a:pt x="1331912" y="663130"/>
                </a:lnTo>
                <a:lnTo>
                  <a:pt x="1073086" y="1105954"/>
                </a:lnTo>
                <a:lnTo>
                  <a:pt x="1072972" y="1106170"/>
                </a:lnTo>
                <a:lnTo>
                  <a:pt x="1067752" y="1103922"/>
                </a:lnTo>
                <a:lnTo>
                  <a:pt x="1061999" y="1102639"/>
                </a:lnTo>
                <a:lnTo>
                  <a:pt x="1055928" y="1102639"/>
                </a:lnTo>
                <a:lnTo>
                  <a:pt x="1039291" y="1105954"/>
                </a:lnTo>
                <a:lnTo>
                  <a:pt x="1025702" y="1115009"/>
                </a:lnTo>
                <a:lnTo>
                  <a:pt x="1016533" y="1128433"/>
                </a:lnTo>
                <a:lnTo>
                  <a:pt x="1013180" y="1144879"/>
                </a:lnTo>
                <a:lnTo>
                  <a:pt x="1016533" y="1161313"/>
                </a:lnTo>
                <a:lnTo>
                  <a:pt x="1025702" y="1174737"/>
                </a:lnTo>
                <a:lnTo>
                  <a:pt x="1039291" y="1183792"/>
                </a:lnTo>
                <a:lnTo>
                  <a:pt x="1055928" y="1187119"/>
                </a:lnTo>
                <a:lnTo>
                  <a:pt x="1061986" y="1187119"/>
                </a:lnTo>
                <a:lnTo>
                  <a:pt x="1067739" y="1185837"/>
                </a:lnTo>
                <a:lnTo>
                  <a:pt x="1072959" y="1183589"/>
                </a:lnTo>
                <a:lnTo>
                  <a:pt x="1331899" y="1626603"/>
                </a:lnTo>
                <a:lnTo>
                  <a:pt x="1324749" y="1633169"/>
                </a:lnTo>
                <a:lnTo>
                  <a:pt x="1319263" y="1641182"/>
                </a:lnTo>
                <a:lnTo>
                  <a:pt x="1315745" y="1650352"/>
                </a:lnTo>
                <a:lnTo>
                  <a:pt x="1314513" y="1660423"/>
                </a:lnTo>
                <a:lnTo>
                  <a:pt x="1317866" y="1676857"/>
                </a:lnTo>
                <a:lnTo>
                  <a:pt x="1327035" y="1690281"/>
                </a:lnTo>
                <a:lnTo>
                  <a:pt x="1340624" y="1699323"/>
                </a:lnTo>
                <a:lnTo>
                  <a:pt x="1357274" y="1702650"/>
                </a:lnTo>
                <a:lnTo>
                  <a:pt x="1372793" y="1699755"/>
                </a:lnTo>
                <a:lnTo>
                  <a:pt x="1385722" y="1691817"/>
                </a:lnTo>
                <a:lnTo>
                  <a:pt x="1394993" y="1679943"/>
                </a:lnTo>
                <a:lnTo>
                  <a:pt x="1399552" y="1665224"/>
                </a:lnTo>
                <a:lnTo>
                  <a:pt x="1917700" y="1665224"/>
                </a:lnTo>
                <a:lnTo>
                  <a:pt x="1922246" y="1679943"/>
                </a:lnTo>
                <a:lnTo>
                  <a:pt x="1931517" y="1691817"/>
                </a:lnTo>
                <a:lnTo>
                  <a:pt x="1944446" y="1699755"/>
                </a:lnTo>
                <a:lnTo>
                  <a:pt x="1959965" y="1702650"/>
                </a:lnTo>
                <a:lnTo>
                  <a:pt x="1976602" y="1699323"/>
                </a:lnTo>
                <a:lnTo>
                  <a:pt x="1990204" y="1690281"/>
                </a:lnTo>
                <a:lnTo>
                  <a:pt x="1999373" y="1676857"/>
                </a:lnTo>
                <a:lnTo>
                  <a:pt x="2001748" y="1665224"/>
                </a:lnTo>
                <a:lnTo>
                  <a:pt x="2002739" y="1660423"/>
                </a:lnTo>
                <a:lnTo>
                  <a:pt x="2002142" y="1655660"/>
                </a:lnTo>
                <a:lnTo>
                  <a:pt x="2001494" y="1650352"/>
                </a:lnTo>
                <a:lnTo>
                  <a:pt x="1997976" y="1641182"/>
                </a:lnTo>
                <a:lnTo>
                  <a:pt x="1992490" y="1633169"/>
                </a:lnTo>
                <a:lnTo>
                  <a:pt x="1985352" y="1626603"/>
                </a:lnTo>
                <a:lnTo>
                  <a:pt x="1988185" y="1621713"/>
                </a:lnTo>
                <a:lnTo>
                  <a:pt x="2244140" y="1183792"/>
                </a:lnTo>
                <a:lnTo>
                  <a:pt x="2244267" y="1183589"/>
                </a:lnTo>
                <a:lnTo>
                  <a:pt x="2249551" y="1185837"/>
                </a:lnTo>
                <a:lnTo>
                  <a:pt x="2255240" y="1187119"/>
                </a:lnTo>
                <a:lnTo>
                  <a:pt x="2261311" y="1187119"/>
                </a:lnTo>
                <a:lnTo>
                  <a:pt x="2277948" y="1183792"/>
                </a:lnTo>
                <a:lnTo>
                  <a:pt x="2278265" y="1183589"/>
                </a:lnTo>
                <a:lnTo>
                  <a:pt x="2291537" y="1174737"/>
                </a:lnTo>
                <a:lnTo>
                  <a:pt x="2300706" y="1161313"/>
                </a:lnTo>
                <a:lnTo>
                  <a:pt x="2304072" y="1144879"/>
                </a:lnTo>
                <a:close/>
              </a:path>
            </a:pathLst>
          </a:custGeom>
          <a:solidFill>
            <a:srgbClr val="D2D6DC">
              <a:alpha val="50000"/>
            </a:srgbClr>
          </a:solidFill>
        </p:spPr>
        <p:txBody>
          <a:bodyPr wrap="square" lIns="0" tIns="0" rIns="0" bIns="0" rtlCol="0"/>
          <a:lstStyle/>
          <a:p>
            <a:endParaRPr/>
          </a:p>
        </p:txBody>
      </p:sp>
      <p:sp>
        <p:nvSpPr>
          <p:cNvPr id="19" name="bg object 19"/>
          <p:cNvSpPr/>
          <p:nvPr/>
        </p:nvSpPr>
        <p:spPr>
          <a:xfrm>
            <a:off x="8623630" y="2849956"/>
            <a:ext cx="1290955" cy="1115695"/>
          </a:xfrm>
          <a:custGeom>
            <a:avLst/>
            <a:gdLst/>
            <a:ahLst/>
            <a:cxnLst/>
            <a:rect l="l" t="t" r="r" b="b"/>
            <a:pathLst>
              <a:path w="1290954" h="1115695">
                <a:moveTo>
                  <a:pt x="70973" y="596544"/>
                </a:moveTo>
                <a:lnTo>
                  <a:pt x="59778" y="596544"/>
                </a:lnTo>
                <a:lnTo>
                  <a:pt x="318719" y="1039545"/>
                </a:lnTo>
                <a:lnTo>
                  <a:pt x="311584" y="1046123"/>
                </a:lnTo>
                <a:lnTo>
                  <a:pt x="306103" y="1054131"/>
                </a:lnTo>
                <a:lnTo>
                  <a:pt x="302586" y="1063302"/>
                </a:lnTo>
                <a:lnTo>
                  <a:pt x="301345" y="1073365"/>
                </a:lnTo>
                <a:lnTo>
                  <a:pt x="304706" y="1089806"/>
                </a:lnTo>
                <a:lnTo>
                  <a:pt x="313872" y="1103228"/>
                </a:lnTo>
                <a:lnTo>
                  <a:pt x="327464" y="1112276"/>
                </a:lnTo>
                <a:lnTo>
                  <a:pt x="344106" y="1115593"/>
                </a:lnTo>
                <a:lnTo>
                  <a:pt x="359625" y="1112704"/>
                </a:lnTo>
                <a:lnTo>
                  <a:pt x="372554" y="1104771"/>
                </a:lnTo>
                <a:lnTo>
                  <a:pt x="381825" y="1092892"/>
                </a:lnTo>
                <a:lnTo>
                  <a:pt x="386372" y="1078166"/>
                </a:lnTo>
                <a:lnTo>
                  <a:pt x="988577" y="1078166"/>
                </a:lnTo>
                <a:lnTo>
                  <a:pt x="989558" y="1073365"/>
                </a:lnTo>
                <a:lnTo>
                  <a:pt x="988971" y="1068603"/>
                </a:lnTo>
                <a:lnTo>
                  <a:pt x="386384" y="1068603"/>
                </a:lnTo>
                <a:lnTo>
                  <a:pt x="381925" y="1054131"/>
                </a:lnTo>
                <a:lnTo>
                  <a:pt x="381843" y="1053864"/>
                </a:lnTo>
                <a:lnTo>
                  <a:pt x="372570" y="1041968"/>
                </a:lnTo>
                <a:lnTo>
                  <a:pt x="360669" y="1034656"/>
                </a:lnTo>
                <a:lnTo>
                  <a:pt x="327050" y="1034656"/>
                </a:lnTo>
                <a:lnTo>
                  <a:pt x="71088" y="596741"/>
                </a:lnTo>
                <a:lnTo>
                  <a:pt x="70973" y="596544"/>
                </a:lnTo>
                <a:close/>
              </a:path>
              <a:path w="1290954" h="1115695">
                <a:moveTo>
                  <a:pt x="988577" y="1078166"/>
                </a:moveTo>
                <a:lnTo>
                  <a:pt x="904519" y="1078166"/>
                </a:lnTo>
                <a:lnTo>
                  <a:pt x="909067" y="1092892"/>
                </a:lnTo>
                <a:lnTo>
                  <a:pt x="918343" y="1104771"/>
                </a:lnTo>
                <a:lnTo>
                  <a:pt x="931276" y="1112704"/>
                </a:lnTo>
                <a:lnTo>
                  <a:pt x="946797" y="1115593"/>
                </a:lnTo>
                <a:lnTo>
                  <a:pt x="963439" y="1112276"/>
                </a:lnTo>
                <a:lnTo>
                  <a:pt x="977031" y="1103228"/>
                </a:lnTo>
                <a:lnTo>
                  <a:pt x="986197" y="1089806"/>
                </a:lnTo>
                <a:lnTo>
                  <a:pt x="988577" y="1078166"/>
                </a:lnTo>
                <a:close/>
              </a:path>
              <a:path w="1290954" h="1115695">
                <a:moveTo>
                  <a:pt x="952855" y="1031125"/>
                </a:moveTo>
                <a:lnTo>
                  <a:pt x="946797" y="1031125"/>
                </a:lnTo>
                <a:lnTo>
                  <a:pt x="931269" y="1034020"/>
                </a:lnTo>
                <a:lnTo>
                  <a:pt x="918333" y="1041968"/>
                </a:lnTo>
                <a:lnTo>
                  <a:pt x="909060" y="1053864"/>
                </a:lnTo>
                <a:lnTo>
                  <a:pt x="904519" y="1068603"/>
                </a:lnTo>
                <a:lnTo>
                  <a:pt x="988971" y="1068603"/>
                </a:lnTo>
                <a:lnTo>
                  <a:pt x="988317" y="1063302"/>
                </a:lnTo>
                <a:lnTo>
                  <a:pt x="984800" y="1054131"/>
                </a:lnTo>
                <a:lnTo>
                  <a:pt x="979314" y="1046123"/>
                </a:lnTo>
                <a:lnTo>
                  <a:pt x="972173" y="1039545"/>
                </a:lnTo>
                <a:lnTo>
                  <a:pt x="975010" y="1034656"/>
                </a:lnTo>
                <a:lnTo>
                  <a:pt x="963828" y="1034656"/>
                </a:lnTo>
                <a:lnTo>
                  <a:pt x="958608" y="1032408"/>
                </a:lnTo>
                <a:lnTo>
                  <a:pt x="952855" y="1031125"/>
                </a:lnTo>
                <a:close/>
              </a:path>
              <a:path w="1290954" h="1115695">
                <a:moveTo>
                  <a:pt x="344106" y="1031125"/>
                </a:moveTo>
                <a:lnTo>
                  <a:pt x="338048" y="1031125"/>
                </a:lnTo>
                <a:lnTo>
                  <a:pt x="332282" y="1032408"/>
                </a:lnTo>
                <a:lnTo>
                  <a:pt x="327050" y="1034656"/>
                </a:lnTo>
                <a:lnTo>
                  <a:pt x="360669" y="1034656"/>
                </a:lnTo>
                <a:lnTo>
                  <a:pt x="359635" y="1034020"/>
                </a:lnTo>
                <a:lnTo>
                  <a:pt x="344106" y="1031125"/>
                </a:lnTo>
                <a:close/>
              </a:path>
              <a:path w="1290954" h="1115695">
                <a:moveTo>
                  <a:pt x="974997" y="80962"/>
                </a:moveTo>
                <a:lnTo>
                  <a:pt x="963815" y="80962"/>
                </a:lnTo>
                <a:lnTo>
                  <a:pt x="1222768" y="523976"/>
                </a:lnTo>
                <a:lnTo>
                  <a:pt x="1215619" y="530561"/>
                </a:lnTo>
                <a:lnTo>
                  <a:pt x="1210130" y="538575"/>
                </a:lnTo>
                <a:lnTo>
                  <a:pt x="1206611" y="547751"/>
                </a:lnTo>
                <a:lnTo>
                  <a:pt x="1205369" y="557822"/>
                </a:lnTo>
                <a:lnTo>
                  <a:pt x="1206611" y="567893"/>
                </a:lnTo>
                <a:lnTo>
                  <a:pt x="1210131" y="577068"/>
                </a:lnTo>
                <a:lnTo>
                  <a:pt x="1215625" y="585082"/>
                </a:lnTo>
                <a:lnTo>
                  <a:pt x="1222761" y="591667"/>
                </a:lnTo>
                <a:lnTo>
                  <a:pt x="963828" y="1034656"/>
                </a:lnTo>
                <a:lnTo>
                  <a:pt x="975010" y="1034656"/>
                </a:lnTo>
                <a:lnTo>
                  <a:pt x="1230977" y="596741"/>
                </a:lnTo>
                <a:lnTo>
                  <a:pt x="1231092" y="596544"/>
                </a:lnTo>
                <a:lnTo>
                  <a:pt x="1265067" y="596544"/>
                </a:lnTo>
                <a:lnTo>
                  <a:pt x="1278364" y="587686"/>
                </a:lnTo>
                <a:lnTo>
                  <a:pt x="1287530" y="574259"/>
                </a:lnTo>
                <a:lnTo>
                  <a:pt x="1290891" y="557822"/>
                </a:lnTo>
                <a:lnTo>
                  <a:pt x="1287530" y="541381"/>
                </a:lnTo>
                <a:lnTo>
                  <a:pt x="1278364" y="527959"/>
                </a:lnTo>
                <a:lnTo>
                  <a:pt x="1265073" y="519112"/>
                </a:lnTo>
                <a:lnTo>
                  <a:pt x="1231099" y="519112"/>
                </a:lnTo>
                <a:lnTo>
                  <a:pt x="974997" y="80962"/>
                </a:lnTo>
                <a:close/>
              </a:path>
              <a:path w="1290954" h="1115695">
                <a:moveTo>
                  <a:pt x="48831" y="515594"/>
                </a:moveTo>
                <a:lnTo>
                  <a:pt x="42760" y="515594"/>
                </a:lnTo>
                <a:lnTo>
                  <a:pt x="26119" y="518911"/>
                </a:lnTo>
                <a:lnTo>
                  <a:pt x="12526" y="527959"/>
                </a:lnTo>
                <a:lnTo>
                  <a:pt x="3361" y="541381"/>
                </a:lnTo>
                <a:lnTo>
                  <a:pt x="0" y="557822"/>
                </a:lnTo>
                <a:lnTo>
                  <a:pt x="3361" y="574259"/>
                </a:lnTo>
                <a:lnTo>
                  <a:pt x="12526" y="587686"/>
                </a:lnTo>
                <a:lnTo>
                  <a:pt x="26119" y="596741"/>
                </a:lnTo>
                <a:lnTo>
                  <a:pt x="42760" y="600062"/>
                </a:lnTo>
                <a:lnTo>
                  <a:pt x="48818" y="600062"/>
                </a:lnTo>
                <a:lnTo>
                  <a:pt x="54559" y="598792"/>
                </a:lnTo>
                <a:lnTo>
                  <a:pt x="59778" y="596544"/>
                </a:lnTo>
                <a:lnTo>
                  <a:pt x="70973" y="596544"/>
                </a:lnTo>
                <a:lnTo>
                  <a:pt x="68122" y="591667"/>
                </a:lnTo>
                <a:lnTo>
                  <a:pt x="75272" y="585082"/>
                </a:lnTo>
                <a:lnTo>
                  <a:pt x="80760" y="577068"/>
                </a:lnTo>
                <a:lnTo>
                  <a:pt x="84280" y="567893"/>
                </a:lnTo>
                <a:lnTo>
                  <a:pt x="85521" y="557822"/>
                </a:lnTo>
                <a:lnTo>
                  <a:pt x="84281" y="547751"/>
                </a:lnTo>
                <a:lnTo>
                  <a:pt x="80764" y="538575"/>
                </a:lnTo>
                <a:lnTo>
                  <a:pt x="75277" y="530561"/>
                </a:lnTo>
                <a:lnTo>
                  <a:pt x="68122" y="523976"/>
                </a:lnTo>
                <a:lnTo>
                  <a:pt x="70965" y="519112"/>
                </a:lnTo>
                <a:lnTo>
                  <a:pt x="59791" y="519112"/>
                </a:lnTo>
                <a:lnTo>
                  <a:pt x="54571" y="516864"/>
                </a:lnTo>
                <a:lnTo>
                  <a:pt x="48831" y="515594"/>
                </a:lnTo>
                <a:close/>
              </a:path>
              <a:path w="1290954" h="1115695">
                <a:moveTo>
                  <a:pt x="1265067" y="596544"/>
                </a:moveTo>
                <a:lnTo>
                  <a:pt x="1231129" y="596544"/>
                </a:lnTo>
                <a:lnTo>
                  <a:pt x="1236432" y="598792"/>
                </a:lnTo>
                <a:lnTo>
                  <a:pt x="1242060" y="600062"/>
                </a:lnTo>
                <a:lnTo>
                  <a:pt x="1248130" y="600062"/>
                </a:lnTo>
                <a:lnTo>
                  <a:pt x="1264772" y="596741"/>
                </a:lnTo>
                <a:lnTo>
                  <a:pt x="1265067" y="596544"/>
                </a:lnTo>
                <a:close/>
              </a:path>
              <a:path w="1290954" h="1115695">
                <a:moveTo>
                  <a:pt x="344106" y="0"/>
                </a:moveTo>
                <a:lnTo>
                  <a:pt x="327464" y="3321"/>
                </a:lnTo>
                <a:lnTo>
                  <a:pt x="313872" y="12376"/>
                </a:lnTo>
                <a:lnTo>
                  <a:pt x="304706" y="25803"/>
                </a:lnTo>
                <a:lnTo>
                  <a:pt x="301345" y="42240"/>
                </a:lnTo>
                <a:lnTo>
                  <a:pt x="302587" y="52318"/>
                </a:lnTo>
                <a:lnTo>
                  <a:pt x="306108" y="61496"/>
                </a:lnTo>
                <a:lnTo>
                  <a:pt x="311595" y="69507"/>
                </a:lnTo>
                <a:lnTo>
                  <a:pt x="318731" y="76085"/>
                </a:lnTo>
                <a:lnTo>
                  <a:pt x="59908" y="518911"/>
                </a:lnTo>
                <a:lnTo>
                  <a:pt x="59791" y="519112"/>
                </a:lnTo>
                <a:lnTo>
                  <a:pt x="70965" y="519112"/>
                </a:lnTo>
                <a:lnTo>
                  <a:pt x="327068" y="80962"/>
                </a:lnTo>
                <a:lnTo>
                  <a:pt x="360630" y="80962"/>
                </a:lnTo>
                <a:lnTo>
                  <a:pt x="372554" y="73645"/>
                </a:lnTo>
                <a:lnTo>
                  <a:pt x="381825" y="61766"/>
                </a:lnTo>
                <a:lnTo>
                  <a:pt x="386372" y="47040"/>
                </a:lnTo>
                <a:lnTo>
                  <a:pt x="988966" y="47040"/>
                </a:lnTo>
                <a:lnTo>
                  <a:pt x="989558" y="42240"/>
                </a:lnTo>
                <a:lnTo>
                  <a:pt x="988584" y="37477"/>
                </a:lnTo>
                <a:lnTo>
                  <a:pt x="386384" y="37477"/>
                </a:lnTo>
                <a:lnTo>
                  <a:pt x="381843" y="22738"/>
                </a:lnTo>
                <a:lnTo>
                  <a:pt x="372570" y="10842"/>
                </a:lnTo>
                <a:lnTo>
                  <a:pt x="359635" y="2894"/>
                </a:lnTo>
                <a:lnTo>
                  <a:pt x="344106" y="0"/>
                </a:lnTo>
                <a:close/>
              </a:path>
              <a:path w="1290954" h="1115695">
                <a:moveTo>
                  <a:pt x="1248130" y="515594"/>
                </a:moveTo>
                <a:lnTo>
                  <a:pt x="1242060" y="515594"/>
                </a:lnTo>
                <a:lnTo>
                  <a:pt x="1236332" y="516864"/>
                </a:lnTo>
                <a:lnTo>
                  <a:pt x="1231099" y="519112"/>
                </a:lnTo>
                <a:lnTo>
                  <a:pt x="1265073" y="519112"/>
                </a:lnTo>
                <a:lnTo>
                  <a:pt x="1264772" y="518911"/>
                </a:lnTo>
                <a:lnTo>
                  <a:pt x="1248130" y="515594"/>
                </a:lnTo>
                <a:close/>
              </a:path>
              <a:path w="1290954" h="1115695">
                <a:moveTo>
                  <a:pt x="360630" y="80962"/>
                </a:moveTo>
                <a:lnTo>
                  <a:pt x="327105" y="80962"/>
                </a:lnTo>
                <a:lnTo>
                  <a:pt x="332295" y="83197"/>
                </a:lnTo>
                <a:lnTo>
                  <a:pt x="338048" y="84467"/>
                </a:lnTo>
                <a:lnTo>
                  <a:pt x="344106" y="84467"/>
                </a:lnTo>
                <a:lnTo>
                  <a:pt x="359625" y="81579"/>
                </a:lnTo>
                <a:lnTo>
                  <a:pt x="360630" y="80962"/>
                </a:lnTo>
                <a:close/>
              </a:path>
              <a:path w="1290954" h="1115695">
                <a:moveTo>
                  <a:pt x="988966" y="47040"/>
                </a:moveTo>
                <a:lnTo>
                  <a:pt x="904519" y="47040"/>
                </a:lnTo>
                <a:lnTo>
                  <a:pt x="908989" y="61496"/>
                </a:lnTo>
                <a:lnTo>
                  <a:pt x="909073" y="61766"/>
                </a:lnTo>
                <a:lnTo>
                  <a:pt x="918348" y="73645"/>
                </a:lnTo>
                <a:lnTo>
                  <a:pt x="931278" y="81579"/>
                </a:lnTo>
                <a:lnTo>
                  <a:pt x="946797" y="84467"/>
                </a:lnTo>
                <a:lnTo>
                  <a:pt x="952842" y="84467"/>
                </a:lnTo>
                <a:lnTo>
                  <a:pt x="958596" y="83197"/>
                </a:lnTo>
                <a:lnTo>
                  <a:pt x="963815" y="80962"/>
                </a:lnTo>
                <a:lnTo>
                  <a:pt x="974997" y="80962"/>
                </a:lnTo>
                <a:lnTo>
                  <a:pt x="972146" y="76085"/>
                </a:lnTo>
                <a:lnTo>
                  <a:pt x="979298" y="69507"/>
                </a:lnTo>
                <a:lnTo>
                  <a:pt x="984791" y="61496"/>
                </a:lnTo>
                <a:lnTo>
                  <a:pt x="988314" y="52318"/>
                </a:lnTo>
                <a:lnTo>
                  <a:pt x="988966" y="47040"/>
                </a:lnTo>
                <a:close/>
              </a:path>
              <a:path w="1290954" h="1115695">
                <a:moveTo>
                  <a:pt x="946797" y="0"/>
                </a:moveTo>
                <a:lnTo>
                  <a:pt x="931269" y="2894"/>
                </a:lnTo>
                <a:lnTo>
                  <a:pt x="918333" y="10842"/>
                </a:lnTo>
                <a:lnTo>
                  <a:pt x="909060" y="22738"/>
                </a:lnTo>
                <a:lnTo>
                  <a:pt x="904519" y="37477"/>
                </a:lnTo>
                <a:lnTo>
                  <a:pt x="988584" y="37477"/>
                </a:lnTo>
                <a:lnTo>
                  <a:pt x="986197" y="25803"/>
                </a:lnTo>
                <a:lnTo>
                  <a:pt x="977031" y="12376"/>
                </a:lnTo>
                <a:lnTo>
                  <a:pt x="963439" y="3321"/>
                </a:lnTo>
                <a:lnTo>
                  <a:pt x="946797" y="0"/>
                </a:lnTo>
                <a:close/>
              </a:path>
            </a:pathLst>
          </a:custGeom>
          <a:solidFill>
            <a:srgbClr val="D2D6DC">
              <a:alpha val="50000"/>
            </a:srgbClr>
          </a:solidFill>
        </p:spPr>
        <p:txBody>
          <a:bodyPr wrap="square" lIns="0" tIns="0" rIns="0" bIns="0" rtlCol="0"/>
          <a:lstStyle/>
          <a:p>
            <a:endParaRPr/>
          </a:p>
        </p:txBody>
      </p:sp>
      <p:sp>
        <p:nvSpPr>
          <p:cNvPr id="20" name="bg object 20"/>
          <p:cNvSpPr/>
          <p:nvPr/>
        </p:nvSpPr>
        <p:spPr>
          <a:xfrm>
            <a:off x="8415795" y="689413"/>
            <a:ext cx="703580" cy="1188720"/>
          </a:xfrm>
          <a:custGeom>
            <a:avLst/>
            <a:gdLst/>
            <a:ahLst/>
            <a:cxnLst/>
            <a:rect l="l" t="t" r="r" b="b"/>
            <a:pathLst>
              <a:path w="703579" h="1188720">
                <a:moveTo>
                  <a:pt x="12636" y="0"/>
                </a:moveTo>
                <a:lnTo>
                  <a:pt x="0" y="7213"/>
                </a:lnTo>
                <a:lnTo>
                  <a:pt x="690562" y="1188643"/>
                </a:lnTo>
                <a:lnTo>
                  <a:pt x="703211" y="1181417"/>
                </a:lnTo>
                <a:lnTo>
                  <a:pt x="12636" y="0"/>
                </a:lnTo>
                <a:close/>
              </a:path>
            </a:pathLst>
          </a:custGeom>
          <a:solidFill>
            <a:srgbClr val="CFD4DB">
              <a:alpha val="50000"/>
            </a:srgbClr>
          </a:solidFill>
        </p:spPr>
        <p:txBody>
          <a:bodyPr wrap="square" lIns="0" tIns="0" rIns="0" bIns="0" rtlCol="0"/>
          <a:lstStyle/>
          <a:p>
            <a:endParaRPr/>
          </a:p>
        </p:txBody>
      </p:sp>
      <p:pic>
        <p:nvPicPr>
          <p:cNvPr id="21" name="bg object 21"/>
          <p:cNvPicPr/>
          <p:nvPr/>
        </p:nvPicPr>
        <p:blipFill>
          <a:blip r:embed="rId7" cstate="print"/>
          <a:stretch>
            <a:fillRect/>
          </a:stretch>
        </p:blipFill>
        <p:spPr>
          <a:xfrm>
            <a:off x="8334591" y="605563"/>
            <a:ext cx="176390" cy="174218"/>
          </a:xfrm>
          <a:prstGeom prst="rect">
            <a:avLst/>
          </a:prstGeom>
        </p:spPr>
      </p:pic>
      <p:pic>
        <p:nvPicPr>
          <p:cNvPr id="22" name="bg object 22"/>
          <p:cNvPicPr/>
          <p:nvPr/>
        </p:nvPicPr>
        <p:blipFill>
          <a:blip r:embed="rId8" cstate="print"/>
          <a:stretch>
            <a:fillRect/>
          </a:stretch>
        </p:blipFill>
        <p:spPr>
          <a:xfrm>
            <a:off x="9060967" y="1823262"/>
            <a:ext cx="103606" cy="102323"/>
          </a:xfrm>
          <a:prstGeom prst="rect">
            <a:avLst/>
          </a:prstGeom>
        </p:spPr>
      </p:pic>
      <p:sp>
        <p:nvSpPr>
          <p:cNvPr id="23" name="bg object 23"/>
          <p:cNvSpPr/>
          <p:nvPr/>
        </p:nvSpPr>
        <p:spPr>
          <a:xfrm>
            <a:off x="9045334" y="1998471"/>
            <a:ext cx="1013460" cy="1167765"/>
          </a:xfrm>
          <a:custGeom>
            <a:avLst/>
            <a:gdLst/>
            <a:ahLst/>
            <a:cxnLst/>
            <a:rect l="l" t="t" r="r" b="b"/>
            <a:pathLst>
              <a:path w="1013459" h="1167764">
                <a:moveTo>
                  <a:pt x="1013066" y="1078357"/>
                </a:moveTo>
                <a:lnTo>
                  <a:pt x="968590" y="1089113"/>
                </a:lnTo>
                <a:lnTo>
                  <a:pt x="955573" y="1117879"/>
                </a:lnTo>
                <a:lnTo>
                  <a:pt x="376847" y="1114285"/>
                </a:lnTo>
                <a:lnTo>
                  <a:pt x="375412" y="1106995"/>
                </a:lnTo>
                <a:lnTo>
                  <a:pt x="369519" y="1098245"/>
                </a:lnTo>
                <a:lnTo>
                  <a:pt x="360743" y="1092327"/>
                </a:lnTo>
                <a:lnTo>
                  <a:pt x="349973" y="1090104"/>
                </a:lnTo>
                <a:lnTo>
                  <a:pt x="339191" y="1092187"/>
                </a:lnTo>
                <a:lnTo>
                  <a:pt x="44145" y="580009"/>
                </a:lnTo>
                <a:lnTo>
                  <a:pt x="47193" y="578002"/>
                </a:lnTo>
                <a:lnTo>
                  <a:pt x="53187" y="569328"/>
                </a:lnTo>
                <a:lnTo>
                  <a:pt x="55435" y="558673"/>
                </a:lnTo>
                <a:lnTo>
                  <a:pt x="53327" y="548005"/>
                </a:lnTo>
                <a:lnTo>
                  <a:pt x="47434" y="539267"/>
                </a:lnTo>
                <a:lnTo>
                  <a:pt x="44361" y="537210"/>
                </a:lnTo>
                <a:lnTo>
                  <a:pt x="358889" y="6819"/>
                </a:lnTo>
                <a:lnTo>
                  <a:pt x="1008100" y="10845"/>
                </a:lnTo>
                <a:lnTo>
                  <a:pt x="1008138" y="4051"/>
                </a:lnTo>
                <a:lnTo>
                  <a:pt x="354965" y="0"/>
                </a:lnTo>
                <a:lnTo>
                  <a:pt x="38658" y="533349"/>
                </a:lnTo>
                <a:lnTo>
                  <a:pt x="27889" y="531126"/>
                </a:lnTo>
                <a:lnTo>
                  <a:pt x="17081" y="533222"/>
                </a:lnTo>
                <a:lnTo>
                  <a:pt x="8229" y="539038"/>
                </a:lnTo>
                <a:lnTo>
                  <a:pt x="2235" y="547700"/>
                </a:lnTo>
                <a:lnTo>
                  <a:pt x="0" y="558330"/>
                </a:lnTo>
                <a:lnTo>
                  <a:pt x="2108" y="569010"/>
                </a:lnTo>
                <a:lnTo>
                  <a:pt x="7988" y="577748"/>
                </a:lnTo>
                <a:lnTo>
                  <a:pt x="16764" y="583679"/>
                </a:lnTo>
                <a:lnTo>
                  <a:pt x="27546" y="585889"/>
                </a:lnTo>
                <a:lnTo>
                  <a:pt x="38341" y="583819"/>
                </a:lnTo>
                <a:lnTo>
                  <a:pt x="333451" y="1095959"/>
                </a:lnTo>
                <a:lnTo>
                  <a:pt x="330327" y="1098003"/>
                </a:lnTo>
                <a:lnTo>
                  <a:pt x="324332" y="1106678"/>
                </a:lnTo>
                <a:lnTo>
                  <a:pt x="322084" y="1117320"/>
                </a:lnTo>
                <a:lnTo>
                  <a:pt x="324192" y="1127988"/>
                </a:lnTo>
                <a:lnTo>
                  <a:pt x="330085" y="1136738"/>
                </a:lnTo>
                <a:lnTo>
                  <a:pt x="338848" y="1142657"/>
                </a:lnTo>
                <a:lnTo>
                  <a:pt x="349631" y="1144866"/>
                </a:lnTo>
                <a:lnTo>
                  <a:pt x="360426" y="1142784"/>
                </a:lnTo>
                <a:lnTo>
                  <a:pt x="369277" y="1136980"/>
                </a:lnTo>
                <a:lnTo>
                  <a:pt x="375272" y="1128318"/>
                </a:lnTo>
                <a:lnTo>
                  <a:pt x="376796" y="1121092"/>
                </a:lnTo>
                <a:lnTo>
                  <a:pt x="955522" y="1124673"/>
                </a:lnTo>
                <a:lnTo>
                  <a:pt x="958380" y="1139088"/>
                </a:lnTo>
                <a:lnTo>
                  <a:pt x="968184" y="1153655"/>
                </a:lnTo>
                <a:lnTo>
                  <a:pt x="982802" y="1163535"/>
                </a:lnTo>
                <a:lnTo>
                  <a:pt x="1000772" y="1167218"/>
                </a:lnTo>
                <a:lnTo>
                  <a:pt x="1013066" y="1164856"/>
                </a:lnTo>
                <a:lnTo>
                  <a:pt x="1013066" y="1078357"/>
                </a:lnTo>
                <a:close/>
              </a:path>
            </a:pathLst>
          </a:custGeom>
          <a:solidFill>
            <a:srgbClr val="CFD4DB">
              <a:alpha val="50000"/>
            </a:srgbClr>
          </a:solidFill>
        </p:spPr>
        <p:txBody>
          <a:bodyPr wrap="square" lIns="0" tIns="0" rIns="0" bIns="0" rtlCol="0"/>
          <a:lstStyle/>
          <a:p>
            <a:endParaRPr/>
          </a:p>
        </p:txBody>
      </p:sp>
      <p:pic>
        <p:nvPicPr>
          <p:cNvPr id="24" name="bg object 24"/>
          <p:cNvPicPr/>
          <p:nvPr/>
        </p:nvPicPr>
        <p:blipFill>
          <a:blip r:embed="rId9" cstate="print"/>
          <a:stretch>
            <a:fillRect/>
          </a:stretch>
        </p:blipFill>
        <p:spPr>
          <a:xfrm>
            <a:off x="9356026" y="1956193"/>
            <a:ext cx="92405" cy="91274"/>
          </a:xfrm>
          <a:prstGeom prst="rect">
            <a:avLst/>
          </a:prstGeom>
        </p:spPr>
      </p:pic>
      <p:sp>
        <p:nvSpPr>
          <p:cNvPr id="25" name="bg object 25"/>
          <p:cNvSpPr/>
          <p:nvPr/>
        </p:nvSpPr>
        <p:spPr>
          <a:xfrm>
            <a:off x="9664878" y="1764639"/>
            <a:ext cx="393700" cy="2350770"/>
          </a:xfrm>
          <a:custGeom>
            <a:avLst/>
            <a:gdLst/>
            <a:ahLst/>
            <a:cxnLst/>
            <a:rect l="l" t="t" r="r" b="b"/>
            <a:pathLst>
              <a:path w="393700" h="2350770">
                <a:moveTo>
                  <a:pt x="393509" y="196583"/>
                </a:moveTo>
                <a:lnTo>
                  <a:pt x="356146" y="208800"/>
                </a:lnTo>
                <a:lnTo>
                  <a:pt x="342404" y="240995"/>
                </a:lnTo>
                <a:lnTo>
                  <a:pt x="345935" y="258775"/>
                </a:lnTo>
                <a:lnTo>
                  <a:pt x="355739" y="273342"/>
                </a:lnTo>
                <a:lnTo>
                  <a:pt x="370357" y="283222"/>
                </a:lnTo>
                <a:lnTo>
                  <a:pt x="388315" y="286918"/>
                </a:lnTo>
                <a:lnTo>
                  <a:pt x="393509" y="285915"/>
                </a:lnTo>
                <a:lnTo>
                  <a:pt x="393509" y="196583"/>
                </a:lnTo>
                <a:close/>
              </a:path>
              <a:path w="393700" h="2350770">
                <a:moveTo>
                  <a:pt x="393522" y="1947202"/>
                </a:moveTo>
                <a:lnTo>
                  <a:pt x="157975" y="2350173"/>
                </a:lnTo>
                <a:lnTo>
                  <a:pt x="176669" y="2350173"/>
                </a:lnTo>
                <a:lnTo>
                  <a:pt x="393522" y="1979180"/>
                </a:lnTo>
                <a:lnTo>
                  <a:pt x="393522" y="1947202"/>
                </a:lnTo>
                <a:close/>
              </a:path>
              <a:path w="393700" h="2350770">
                <a:moveTo>
                  <a:pt x="393522" y="649262"/>
                </a:moveTo>
                <a:lnTo>
                  <a:pt x="14020" y="0"/>
                </a:lnTo>
                <a:lnTo>
                  <a:pt x="0" y="8001"/>
                </a:lnTo>
                <a:lnTo>
                  <a:pt x="393522" y="681253"/>
                </a:lnTo>
                <a:lnTo>
                  <a:pt x="393522" y="649262"/>
                </a:lnTo>
                <a:close/>
              </a:path>
            </a:pathLst>
          </a:custGeom>
          <a:solidFill>
            <a:srgbClr val="CFD4DB">
              <a:alpha val="50000"/>
            </a:srgbClr>
          </a:solidFill>
        </p:spPr>
        <p:txBody>
          <a:bodyPr wrap="square" lIns="0" tIns="0" rIns="0" bIns="0" rtlCol="0"/>
          <a:lstStyle/>
          <a:p>
            <a:endParaRPr/>
          </a:p>
        </p:txBody>
      </p:sp>
      <p:pic>
        <p:nvPicPr>
          <p:cNvPr id="26" name="bg object 26"/>
          <p:cNvPicPr/>
          <p:nvPr/>
        </p:nvPicPr>
        <p:blipFill>
          <a:blip r:embed="rId10" cstate="print"/>
          <a:stretch>
            <a:fillRect/>
          </a:stretch>
        </p:blipFill>
        <p:spPr>
          <a:xfrm>
            <a:off x="9606800" y="1704136"/>
            <a:ext cx="130390" cy="128816"/>
          </a:xfrm>
          <a:prstGeom prst="rect">
            <a:avLst/>
          </a:prstGeom>
        </p:spPr>
      </p:pic>
      <p:sp>
        <p:nvSpPr>
          <p:cNvPr id="27" name="bg object 27"/>
          <p:cNvSpPr/>
          <p:nvPr/>
        </p:nvSpPr>
        <p:spPr>
          <a:xfrm>
            <a:off x="8148873" y="0"/>
            <a:ext cx="201295" cy="332740"/>
          </a:xfrm>
          <a:custGeom>
            <a:avLst/>
            <a:gdLst/>
            <a:ahLst/>
            <a:cxnLst/>
            <a:rect l="l" t="t" r="r" b="b"/>
            <a:pathLst>
              <a:path w="201295" h="332740">
                <a:moveTo>
                  <a:pt x="9030" y="0"/>
                </a:moveTo>
                <a:lnTo>
                  <a:pt x="0" y="0"/>
                </a:lnTo>
                <a:lnTo>
                  <a:pt x="194454" y="332687"/>
                </a:lnTo>
                <a:lnTo>
                  <a:pt x="201223" y="328827"/>
                </a:lnTo>
                <a:lnTo>
                  <a:pt x="9030" y="0"/>
                </a:lnTo>
                <a:close/>
              </a:path>
            </a:pathLst>
          </a:custGeom>
          <a:solidFill>
            <a:srgbClr val="CFD4DB">
              <a:alpha val="50000"/>
            </a:srgbClr>
          </a:solidFill>
        </p:spPr>
        <p:txBody>
          <a:bodyPr wrap="square" lIns="0" tIns="0" rIns="0" bIns="0" rtlCol="0"/>
          <a:lstStyle/>
          <a:p>
            <a:endParaRPr/>
          </a:p>
        </p:txBody>
      </p:sp>
      <p:pic>
        <p:nvPicPr>
          <p:cNvPr id="28" name="bg object 28"/>
          <p:cNvPicPr/>
          <p:nvPr/>
        </p:nvPicPr>
        <p:blipFill>
          <a:blip r:embed="rId11" cstate="print"/>
          <a:stretch>
            <a:fillRect/>
          </a:stretch>
        </p:blipFill>
        <p:spPr>
          <a:xfrm>
            <a:off x="8294268" y="278983"/>
            <a:ext cx="104863" cy="103581"/>
          </a:xfrm>
          <a:prstGeom prst="rect">
            <a:avLst/>
          </a:prstGeom>
        </p:spPr>
      </p:pic>
      <p:sp>
        <p:nvSpPr>
          <p:cNvPr id="29" name="bg object 29"/>
          <p:cNvSpPr/>
          <p:nvPr/>
        </p:nvSpPr>
        <p:spPr>
          <a:xfrm>
            <a:off x="8815235" y="0"/>
            <a:ext cx="354965" cy="590550"/>
          </a:xfrm>
          <a:custGeom>
            <a:avLst/>
            <a:gdLst/>
            <a:ahLst/>
            <a:cxnLst/>
            <a:rect l="l" t="t" r="r" b="b"/>
            <a:pathLst>
              <a:path w="354965" h="590550">
                <a:moveTo>
                  <a:pt x="354847" y="0"/>
                </a:moveTo>
                <a:lnTo>
                  <a:pt x="341485" y="0"/>
                </a:lnTo>
                <a:lnTo>
                  <a:pt x="0" y="584243"/>
                </a:lnTo>
                <a:lnTo>
                  <a:pt x="10020" y="589945"/>
                </a:lnTo>
                <a:lnTo>
                  <a:pt x="354847" y="0"/>
                </a:lnTo>
                <a:close/>
              </a:path>
            </a:pathLst>
          </a:custGeom>
          <a:solidFill>
            <a:srgbClr val="CFD4DB">
              <a:alpha val="50000"/>
            </a:srgbClr>
          </a:solidFill>
        </p:spPr>
        <p:txBody>
          <a:bodyPr wrap="square" lIns="0" tIns="0" rIns="0" bIns="0" rtlCol="0"/>
          <a:lstStyle/>
          <a:p>
            <a:endParaRPr/>
          </a:p>
        </p:txBody>
      </p:sp>
      <p:pic>
        <p:nvPicPr>
          <p:cNvPr id="30" name="bg object 30"/>
          <p:cNvPicPr/>
          <p:nvPr/>
        </p:nvPicPr>
        <p:blipFill>
          <a:blip r:embed="rId12" cstate="print"/>
          <a:stretch>
            <a:fillRect/>
          </a:stretch>
        </p:blipFill>
        <p:spPr>
          <a:xfrm>
            <a:off x="8773655" y="541037"/>
            <a:ext cx="93167" cy="92024"/>
          </a:xfrm>
          <a:prstGeom prst="rect">
            <a:avLst/>
          </a:prstGeom>
        </p:spPr>
      </p:pic>
      <p:sp>
        <p:nvSpPr>
          <p:cNvPr id="31" name="bg object 31"/>
          <p:cNvSpPr/>
          <p:nvPr/>
        </p:nvSpPr>
        <p:spPr>
          <a:xfrm>
            <a:off x="9482099" y="229031"/>
            <a:ext cx="576580" cy="784225"/>
          </a:xfrm>
          <a:custGeom>
            <a:avLst/>
            <a:gdLst/>
            <a:ahLst/>
            <a:cxnLst/>
            <a:rect l="l" t="t" r="r" b="b"/>
            <a:pathLst>
              <a:path w="576579" h="784225">
                <a:moveTo>
                  <a:pt x="576287" y="779322"/>
                </a:moveTo>
                <a:lnTo>
                  <a:pt x="251561" y="779322"/>
                </a:lnTo>
                <a:lnTo>
                  <a:pt x="34886" y="408660"/>
                </a:lnTo>
                <a:lnTo>
                  <a:pt x="37617" y="406831"/>
                </a:lnTo>
                <a:lnTo>
                  <a:pt x="42329" y="399923"/>
                </a:lnTo>
                <a:lnTo>
                  <a:pt x="44069" y="391452"/>
                </a:lnTo>
                <a:lnTo>
                  <a:pt x="42329" y="382968"/>
                </a:lnTo>
                <a:lnTo>
                  <a:pt x="37617" y="376047"/>
                </a:lnTo>
                <a:lnTo>
                  <a:pt x="34899" y="374243"/>
                </a:lnTo>
                <a:lnTo>
                  <a:pt x="252247" y="2387"/>
                </a:lnTo>
                <a:lnTo>
                  <a:pt x="248069" y="0"/>
                </a:lnTo>
                <a:lnTo>
                  <a:pt x="30886" y="371576"/>
                </a:lnTo>
                <a:lnTo>
                  <a:pt x="30619" y="371386"/>
                </a:lnTo>
                <a:lnTo>
                  <a:pt x="22047" y="369684"/>
                </a:lnTo>
                <a:lnTo>
                  <a:pt x="13462" y="371386"/>
                </a:lnTo>
                <a:lnTo>
                  <a:pt x="6451" y="376047"/>
                </a:lnTo>
                <a:lnTo>
                  <a:pt x="1727" y="382968"/>
                </a:lnTo>
                <a:lnTo>
                  <a:pt x="0" y="391452"/>
                </a:lnTo>
                <a:lnTo>
                  <a:pt x="1727" y="399923"/>
                </a:lnTo>
                <a:lnTo>
                  <a:pt x="6451" y="406831"/>
                </a:lnTo>
                <a:lnTo>
                  <a:pt x="13462" y="411505"/>
                </a:lnTo>
                <a:lnTo>
                  <a:pt x="22047" y="413219"/>
                </a:lnTo>
                <a:lnTo>
                  <a:pt x="30619" y="411505"/>
                </a:lnTo>
                <a:lnTo>
                  <a:pt x="30873" y="411340"/>
                </a:lnTo>
                <a:lnTo>
                  <a:pt x="248767" y="784085"/>
                </a:lnTo>
                <a:lnTo>
                  <a:pt x="576287" y="784085"/>
                </a:lnTo>
                <a:lnTo>
                  <a:pt x="576287" y="779322"/>
                </a:lnTo>
                <a:close/>
              </a:path>
            </a:pathLst>
          </a:custGeom>
          <a:solidFill>
            <a:srgbClr val="CFD4DB">
              <a:alpha val="50000"/>
            </a:srgbClr>
          </a:solidFill>
        </p:spPr>
        <p:txBody>
          <a:bodyPr wrap="square" lIns="0" tIns="0" rIns="0" bIns="0" rtlCol="0"/>
          <a:lstStyle/>
          <a:p>
            <a:endParaRPr/>
          </a:p>
        </p:txBody>
      </p:sp>
      <p:pic>
        <p:nvPicPr>
          <p:cNvPr id="32" name="bg object 32"/>
          <p:cNvPicPr/>
          <p:nvPr/>
        </p:nvPicPr>
        <p:blipFill>
          <a:blip r:embed="rId13" cstate="print"/>
          <a:stretch>
            <a:fillRect/>
          </a:stretch>
        </p:blipFill>
        <p:spPr>
          <a:xfrm>
            <a:off x="9699968" y="198287"/>
            <a:ext cx="64731" cy="63931"/>
          </a:xfrm>
          <a:prstGeom prst="rect">
            <a:avLst/>
          </a:prstGeom>
        </p:spPr>
      </p:pic>
      <p:sp>
        <p:nvSpPr>
          <p:cNvPr id="33" name="bg object 33"/>
          <p:cNvSpPr/>
          <p:nvPr/>
        </p:nvSpPr>
        <p:spPr>
          <a:xfrm>
            <a:off x="944529" y="5022462"/>
            <a:ext cx="1056640" cy="913130"/>
          </a:xfrm>
          <a:custGeom>
            <a:avLst/>
            <a:gdLst/>
            <a:ahLst/>
            <a:cxnLst/>
            <a:rect l="l" t="t" r="r" b="b"/>
            <a:pathLst>
              <a:path w="1056639" h="913129">
                <a:moveTo>
                  <a:pt x="58071" y="488048"/>
                </a:moveTo>
                <a:lnTo>
                  <a:pt x="48920" y="488048"/>
                </a:lnTo>
                <a:lnTo>
                  <a:pt x="260781" y="850519"/>
                </a:lnTo>
                <a:lnTo>
                  <a:pt x="254930" y="855909"/>
                </a:lnTo>
                <a:lnTo>
                  <a:pt x="250440" y="862468"/>
                </a:lnTo>
                <a:lnTo>
                  <a:pt x="247561" y="869976"/>
                </a:lnTo>
                <a:lnTo>
                  <a:pt x="246545" y="878217"/>
                </a:lnTo>
                <a:lnTo>
                  <a:pt x="249295" y="891662"/>
                </a:lnTo>
                <a:lnTo>
                  <a:pt x="256795" y="902642"/>
                </a:lnTo>
                <a:lnTo>
                  <a:pt x="267917" y="910046"/>
                </a:lnTo>
                <a:lnTo>
                  <a:pt x="281533" y="912761"/>
                </a:lnTo>
                <a:lnTo>
                  <a:pt x="294241" y="910394"/>
                </a:lnTo>
                <a:lnTo>
                  <a:pt x="304826" y="903895"/>
                </a:lnTo>
                <a:lnTo>
                  <a:pt x="312414" y="894164"/>
                </a:lnTo>
                <a:lnTo>
                  <a:pt x="316128" y="882103"/>
                </a:lnTo>
                <a:lnTo>
                  <a:pt x="808842" y="882103"/>
                </a:lnTo>
                <a:lnTo>
                  <a:pt x="809637" y="878217"/>
                </a:lnTo>
                <a:lnTo>
                  <a:pt x="809151" y="874280"/>
                </a:lnTo>
                <a:lnTo>
                  <a:pt x="316128" y="874280"/>
                </a:lnTo>
                <a:lnTo>
                  <a:pt x="312473" y="862468"/>
                </a:lnTo>
                <a:lnTo>
                  <a:pt x="312401" y="862234"/>
                </a:lnTo>
                <a:lnTo>
                  <a:pt x="304812" y="852511"/>
                </a:lnTo>
                <a:lnTo>
                  <a:pt x="295073" y="846531"/>
                </a:lnTo>
                <a:lnTo>
                  <a:pt x="267614" y="846531"/>
                </a:lnTo>
                <a:lnTo>
                  <a:pt x="58161" y="488203"/>
                </a:lnTo>
                <a:lnTo>
                  <a:pt x="58071" y="488048"/>
                </a:lnTo>
                <a:close/>
              </a:path>
              <a:path w="1056639" h="913129">
                <a:moveTo>
                  <a:pt x="808842" y="882103"/>
                </a:moveTo>
                <a:lnTo>
                  <a:pt x="740054" y="882103"/>
                </a:lnTo>
                <a:lnTo>
                  <a:pt x="743768" y="894164"/>
                </a:lnTo>
                <a:lnTo>
                  <a:pt x="751355" y="903895"/>
                </a:lnTo>
                <a:lnTo>
                  <a:pt x="761941" y="910394"/>
                </a:lnTo>
                <a:lnTo>
                  <a:pt x="774649" y="912761"/>
                </a:lnTo>
                <a:lnTo>
                  <a:pt x="788265" y="910046"/>
                </a:lnTo>
                <a:lnTo>
                  <a:pt x="799387" y="902642"/>
                </a:lnTo>
                <a:lnTo>
                  <a:pt x="806887" y="891662"/>
                </a:lnTo>
                <a:lnTo>
                  <a:pt x="808842" y="882103"/>
                </a:lnTo>
                <a:close/>
              </a:path>
              <a:path w="1056639" h="913129">
                <a:moveTo>
                  <a:pt x="779602" y="843648"/>
                </a:moveTo>
                <a:lnTo>
                  <a:pt x="774649" y="843648"/>
                </a:lnTo>
                <a:lnTo>
                  <a:pt x="761949" y="846014"/>
                </a:lnTo>
                <a:lnTo>
                  <a:pt x="751370" y="852511"/>
                </a:lnTo>
                <a:lnTo>
                  <a:pt x="743781" y="862234"/>
                </a:lnTo>
                <a:lnTo>
                  <a:pt x="740054" y="874280"/>
                </a:lnTo>
                <a:lnTo>
                  <a:pt x="809151" y="874280"/>
                </a:lnTo>
                <a:lnTo>
                  <a:pt x="808620" y="869976"/>
                </a:lnTo>
                <a:lnTo>
                  <a:pt x="805738" y="862468"/>
                </a:lnTo>
                <a:lnTo>
                  <a:pt x="801247" y="855909"/>
                </a:lnTo>
                <a:lnTo>
                  <a:pt x="795401" y="850519"/>
                </a:lnTo>
                <a:lnTo>
                  <a:pt x="797731" y="846531"/>
                </a:lnTo>
                <a:lnTo>
                  <a:pt x="788581" y="846531"/>
                </a:lnTo>
                <a:lnTo>
                  <a:pt x="784313" y="844689"/>
                </a:lnTo>
                <a:lnTo>
                  <a:pt x="779602" y="843648"/>
                </a:lnTo>
                <a:close/>
              </a:path>
              <a:path w="1056639" h="913129">
                <a:moveTo>
                  <a:pt x="281533" y="843648"/>
                </a:moveTo>
                <a:lnTo>
                  <a:pt x="276593" y="843648"/>
                </a:lnTo>
                <a:lnTo>
                  <a:pt x="271881" y="844689"/>
                </a:lnTo>
                <a:lnTo>
                  <a:pt x="267614" y="846531"/>
                </a:lnTo>
                <a:lnTo>
                  <a:pt x="295073" y="846531"/>
                </a:lnTo>
                <a:lnTo>
                  <a:pt x="294232" y="846014"/>
                </a:lnTo>
                <a:lnTo>
                  <a:pt x="281533" y="843648"/>
                </a:lnTo>
                <a:close/>
              </a:path>
              <a:path w="1056639" h="913129">
                <a:moveTo>
                  <a:pt x="797751" y="66230"/>
                </a:moveTo>
                <a:lnTo>
                  <a:pt x="788593" y="66230"/>
                </a:lnTo>
                <a:lnTo>
                  <a:pt x="1000455" y="428675"/>
                </a:lnTo>
                <a:lnTo>
                  <a:pt x="994603" y="434059"/>
                </a:lnTo>
                <a:lnTo>
                  <a:pt x="990112" y="440613"/>
                </a:lnTo>
                <a:lnTo>
                  <a:pt x="987233" y="448121"/>
                </a:lnTo>
                <a:lnTo>
                  <a:pt x="986218" y="456361"/>
                </a:lnTo>
                <a:lnTo>
                  <a:pt x="987232" y="464609"/>
                </a:lnTo>
                <a:lnTo>
                  <a:pt x="990107" y="472120"/>
                </a:lnTo>
                <a:lnTo>
                  <a:pt x="994598" y="478677"/>
                </a:lnTo>
                <a:lnTo>
                  <a:pt x="1000455" y="484060"/>
                </a:lnTo>
                <a:lnTo>
                  <a:pt x="788581" y="846531"/>
                </a:lnTo>
                <a:lnTo>
                  <a:pt x="797731" y="846531"/>
                </a:lnTo>
                <a:lnTo>
                  <a:pt x="1007171" y="488203"/>
                </a:lnTo>
                <a:lnTo>
                  <a:pt x="1007262" y="488048"/>
                </a:lnTo>
                <a:lnTo>
                  <a:pt x="1035053" y="488048"/>
                </a:lnTo>
                <a:lnTo>
                  <a:pt x="1045938" y="480798"/>
                </a:lnTo>
                <a:lnTo>
                  <a:pt x="1053434" y="469814"/>
                </a:lnTo>
                <a:lnTo>
                  <a:pt x="1056182" y="456361"/>
                </a:lnTo>
                <a:lnTo>
                  <a:pt x="1053434" y="442914"/>
                </a:lnTo>
                <a:lnTo>
                  <a:pt x="1045938" y="431930"/>
                </a:lnTo>
                <a:lnTo>
                  <a:pt x="1035089" y="424700"/>
                </a:lnTo>
                <a:lnTo>
                  <a:pt x="1007269" y="424700"/>
                </a:lnTo>
                <a:lnTo>
                  <a:pt x="797751" y="66230"/>
                </a:lnTo>
                <a:close/>
              </a:path>
              <a:path w="1056639" h="913129">
                <a:moveTo>
                  <a:pt x="39954" y="421805"/>
                </a:moveTo>
                <a:lnTo>
                  <a:pt x="34988" y="421805"/>
                </a:lnTo>
                <a:lnTo>
                  <a:pt x="21372" y="424522"/>
                </a:lnTo>
                <a:lnTo>
                  <a:pt x="10250" y="431930"/>
                </a:lnTo>
                <a:lnTo>
                  <a:pt x="2750" y="442914"/>
                </a:lnTo>
                <a:lnTo>
                  <a:pt x="0" y="456361"/>
                </a:lnTo>
                <a:lnTo>
                  <a:pt x="2750" y="469814"/>
                </a:lnTo>
                <a:lnTo>
                  <a:pt x="10250" y="480798"/>
                </a:lnTo>
                <a:lnTo>
                  <a:pt x="21372" y="488203"/>
                </a:lnTo>
                <a:lnTo>
                  <a:pt x="34988" y="490918"/>
                </a:lnTo>
                <a:lnTo>
                  <a:pt x="39954" y="490918"/>
                </a:lnTo>
                <a:lnTo>
                  <a:pt x="44640" y="489877"/>
                </a:lnTo>
                <a:lnTo>
                  <a:pt x="48920" y="488048"/>
                </a:lnTo>
                <a:lnTo>
                  <a:pt x="58071" y="488048"/>
                </a:lnTo>
                <a:lnTo>
                  <a:pt x="55740" y="484060"/>
                </a:lnTo>
                <a:lnTo>
                  <a:pt x="61586" y="478677"/>
                </a:lnTo>
                <a:lnTo>
                  <a:pt x="66079" y="472120"/>
                </a:lnTo>
                <a:lnTo>
                  <a:pt x="68960" y="464609"/>
                </a:lnTo>
                <a:lnTo>
                  <a:pt x="69977" y="456361"/>
                </a:lnTo>
                <a:lnTo>
                  <a:pt x="68961" y="448121"/>
                </a:lnTo>
                <a:lnTo>
                  <a:pt x="66082" y="440613"/>
                </a:lnTo>
                <a:lnTo>
                  <a:pt x="61592" y="434059"/>
                </a:lnTo>
                <a:lnTo>
                  <a:pt x="55740" y="428675"/>
                </a:lnTo>
                <a:lnTo>
                  <a:pt x="58063" y="424700"/>
                </a:lnTo>
                <a:lnTo>
                  <a:pt x="48920" y="424700"/>
                </a:lnTo>
                <a:lnTo>
                  <a:pt x="44653" y="422859"/>
                </a:lnTo>
                <a:lnTo>
                  <a:pt x="39954" y="421805"/>
                </a:lnTo>
                <a:close/>
              </a:path>
              <a:path w="1056639" h="913129">
                <a:moveTo>
                  <a:pt x="1035053" y="488048"/>
                </a:moveTo>
                <a:lnTo>
                  <a:pt x="1007262" y="488048"/>
                </a:lnTo>
                <a:lnTo>
                  <a:pt x="1011542" y="489877"/>
                </a:lnTo>
                <a:lnTo>
                  <a:pt x="1016241" y="490918"/>
                </a:lnTo>
                <a:lnTo>
                  <a:pt x="1021207" y="490918"/>
                </a:lnTo>
                <a:lnTo>
                  <a:pt x="1034821" y="488203"/>
                </a:lnTo>
                <a:lnTo>
                  <a:pt x="1035053" y="488048"/>
                </a:lnTo>
                <a:close/>
              </a:path>
              <a:path w="1056639" h="913129">
                <a:moveTo>
                  <a:pt x="281533" y="0"/>
                </a:moveTo>
                <a:lnTo>
                  <a:pt x="267917" y="2717"/>
                </a:lnTo>
                <a:lnTo>
                  <a:pt x="256795" y="10126"/>
                </a:lnTo>
                <a:lnTo>
                  <a:pt x="249295" y="21115"/>
                </a:lnTo>
                <a:lnTo>
                  <a:pt x="246545" y="34569"/>
                </a:lnTo>
                <a:lnTo>
                  <a:pt x="247562" y="42808"/>
                </a:lnTo>
                <a:lnTo>
                  <a:pt x="250442" y="50311"/>
                </a:lnTo>
                <a:lnTo>
                  <a:pt x="254930" y="56861"/>
                </a:lnTo>
                <a:lnTo>
                  <a:pt x="260769" y="62242"/>
                </a:lnTo>
                <a:lnTo>
                  <a:pt x="49024" y="424522"/>
                </a:lnTo>
                <a:lnTo>
                  <a:pt x="48920" y="424700"/>
                </a:lnTo>
                <a:lnTo>
                  <a:pt x="58063" y="424700"/>
                </a:lnTo>
                <a:lnTo>
                  <a:pt x="267589" y="66230"/>
                </a:lnTo>
                <a:lnTo>
                  <a:pt x="295082" y="66230"/>
                </a:lnTo>
                <a:lnTo>
                  <a:pt x="304826" y="60247"/>
                </a:lnTo>
                <a:lnTo>
                  <a:pt x="312414" y="50516"/>
                </a:lnTo>
                <a:lnTo>
                  <a:pt x="316128" y="38455"/>
                </a:lnTo>
                <a:lnTo>
                  <a:pt x="809157" y="38455"/>
                </a:lnTo>
                <a:lnTo>
                  <a:pt x="809637" y="34569"/>
                </a:lnTo>
                <a:lnTo>
                  <a:pt x="808832" y="30632"/>
                </a:lnTo>
                <a:lnTo>
                  <a:pt x="316128" y="30632"/>
                </a:lnTo>
                <a:lnTo>
                  <a:pt x="312407" y="18586"/>
                </a:lnTo>
                <a:lnTo>
                  <a:pt x="304817" y="8863"/>
                </a:lnTo>
                <a:lnTo>
                  <a:pt x="294234" y="2366"/>
                </a:lnTo>
                <a:lnTo>
                  <a:pt x="281533" y="0"/>
                </a:lnTo>
                <a:close/>
              </a:path>
              <a:path w="1056639" h="913129">
                <a:moveTo>
                  <a:pt x="1021207" y="421805"/>
                </a:moveTo>
                <a:lnTo>
                  <a:pt x="1016241" y="421805"/>
                </a:lnTo>
                <a:lnTo>
                  <a:pt x="1011525" y="422859"/>
                </a:lnTo>
                <a:lnTo>
                  <a:pt x="1007232" y="424700"/>
                </a:lnTo>
                <a:lnTo>
                  <a:pt x="1035089" y="424700"/>
                </a:lnTo>
                <a:lnTo>
                  <a:pt x="1034821" y="424522"/>
                </a:lnTo>
                <a:lnTo>
                  <a:pt x="1021207" y="421805"/>
                </a:lnTo>
                <a:close/>
              </a:path>
              <a:path w="1056639" h="913129">
                <a:moveTo>
                  <a:pt x="295082" y="66230"/>
                </a:moveTo>
                <a:lnTo>
                  <a:pt x="267589" y="66230"/>
                </a:lnTo>
                <a:lnTo>
                  <a:pt x="271868" y="68059"/>
                </a:lnTo>
                <a:lnTo>
                  <a:pt x="276580" y="69113"/>
                </a:lnTo>
                <a:lnTo>
                  <a:pt x="281533" y="69113"/>
                </a:lnTo>
                <a:lnTo>
                  <a:pt x="294241" y="66746"/>
                </a:lnTo>
                <a:lnTo>
                  <a:pt x="295082" y="66230"/>
                </a:lnTo>
                <a:close/>
              </a:path>
              <a:path w="1056639" h="913129">
                <a:moveTo>
                  <a:pt x="809157" y="38455"/>
                </a:moveTo>
                <a:lnTo>
                  <a:pt x="740054" y="38455"/>
                </a:lnTo>
                <a:lnTo>
                  <a:pt x="743705" y="50311"/>
                </a:lnTo>
                <a:lnTo>
                  <a:pt x="743768" y="50516"/>
                </a:lnTo>
                <a:lnTo>
                  <a:pt x="751355" y="60247"/>
                </a:lnTo>
                <a:lnTo>
                  <a:pt x="761941" y="66746"/>
                </a:lnTo>
                <a:lnTo>
                  <a:pt x="774649" y="69113"/>
                </a:lnTo>
                <a:lnTo>
                  <a:pt x="779602" y="69113"/>
                </a:lnTo>
                <a:lnTo>
                  <a:pt x="784326" y="68059"/>
                </a:lnTo>
                <a:lnTo>
                  <a:pt x="788593" y="66230"/>
                </a:lnTo>
                <a:lnTo>
                  <a:pt x="797751" y="66230"/>
                </a:lnTo>
                <a:lnTo>
                  <a:pt x="795421" y="62242"/>
                </a:lnTo>
                <a:lnTo>
                  <a:pt x="801244" y="56861"/>
                </a:lnTo>
                <a:lnTo>
                  <a:pt x="805736" y="50311"/>
                </a:lnTo>
                <a:lnTo>
                  <a:pt x="808618" y="42808"/>
                </a:lnTo>
                <a:lnTo>
                  <a:pt x="809157" y="38455"/>
                </a:lnTo>
                <a:close/>
              </a:path>
              <a:path w="1056639" h="913129">
                <a:moveTo>
                  <a:pt x="774649" y="0"/>
                </a:moveTo>
                <a:lnTo>
                  <a:pt x="761949" y="2366"/>
                </a:lnTo>
                <a:lnTo>
                  <a:pt x="751370" y="8863"/>
                </a:lnTo>
                <a:lnTo>
                  <a:pt x="743781" y="18586"/>
                </a:lnTo>
                <a:lnTo>
                  <a:pt x="740054" y="30632"/>
                </a:lnTo>
                <a:lnTo>
                  <a:pt x="808832" y="30632"/>
                </a:lnTo>
                <a:lnTo>
                  <a:pt x="806887" y="21115"/>
                </a:lnTo>
                <a:lnTo>
                  <a:pt x="799387" y="10126"/>
                </a:lnTo>
                <a:lnTo>
                  <a:pt x="788265" y="2717"/>
                </a:lnTo>
                <a:lnTo>
                  <a:pt x="774649" y="0"/>
                </a:lnTo>
                <a:close/>
              </a:path>
            </a:pathLst>
          </a:custGeom>
          <a:solidFill>
            <a:srgbClr val="D2D6DC">
              <a:alpha val="50000"/>
            </a:srgbClr>
          </a:solidFill>
        </p:spPr>
        <p:txBody>
          <a:bodyPr wrap="square" lIns="0" tIns="0" rIns="0" bIns="0" rtlCol="0"/>
          <a:lstStyle/>
          <a:p>
            <a:endParaRPr/>
          </a:p>
        </p:txBody>
      </p:sp>
      <p:sp>
        <p:nvSpPr>
          <p:cNvPr id="34" name="bg object 34"/>
          <p:cNvSpPr/>
          <p:nvPr/>
        </p:nvSpPr>
        <p:spPr>
          <a:xfrm>
            <a:off x="1615795" y="6335661"/>
            <a:ext cx="1885314" cy="1393190"/>
          </a:xfrm>
          <a:custGeom>
            <a:avLst/>
            <a:gdLst/>
            <a:ahLst/>
            <a:cxnLst/>
            <a:rect l="l" t="t" r="r" b="b"/>
            <a:pathLst>
              <a:path w="1885314" h="1393190">
                <a:moveTo>
                  <a:pt x="1056182" y="456361"/>
                </a:moveTo>
                <a:lnTo>
                  <a:pt x="1053439" y="442912"/>
                </a:lnTo>
                <a:lnTo>
                  <a:pt x="1045933" y="431927"/>
                </a:lnTo>
                <a:lnTo>
                  <a:pt x="1035088" y="424700"/>
                </a:lnTo>
                <a:lnTo>
                  <a:pt x="1034821" y="424522"/>
                </a:lnTo>
                <a:lnTo>
                  <a:pt x="1021207" y="421805"/>
                </a:lnTo>
                <a:lnTo>
                  <a:pt x="1016254" y="421805"/>
                </a:lnTo>
                <a:lnTo>
                  <a:pt x="1011529" y="422859"/>
                </a:lnTo>
                <a:lnTo>
                  <a:pt x="1007275" y="424688"/>
                </a:lnTo>
                <a:lnTo>
                  <a:pt x="1000455" y="413029"/>
                </a:lnTo>
                <a:lnTo>
                  <a:pt x="1000455" y="428688"/>
                </a:lnTo>
                <a:lnTo>
                  <a:pt x="994613" y="434060"/>
                </a:lnTo>
                <a:lnTo>
                  <a:pt x="990130" y="440613"/>
                </a:lnTo>
                <a:lnTo>
                  <a:pt x="987247" y="448119"/>
                </a:lnTo>
                <a:lnTo>
                  <a:pt x="986231" y="456361"/>
                </a:lnTo>
                <a:lnTo>
                  <a:pt x="987247" y="464604"/>
                </a:lnTo>
                <a:lnTo>
                  <a:pt x="990130" y="472122"/>
                </a:lnTo>
                <a:lnTo>
                  <a:pt x="994613" y="478675"/>
                </a:lnTo>
                <a:lnTo>
                  <a:pt x="1000455" y="484047"/>
                </a:lnTo>
                <a:lnTo>
                  <a:pt x="788581" y="846531"/>
                </a:lnTo>
                <a:lnTo>
                  <a:pt x="784313" y="844689"/>
                </a:lnTo>
                <a:lnTo>
                  <a:pt x="779614" y="843648"/>
                </a:lnTo>
                <a:lnTo>
                  <a:pt x="774661" y="843648"/>
                </a:lnTo>
                <a:lnTo>
                  <a:pt x="761961" y="846010"/>
                </a:lnTo>
                <a:lnTo>
                  <a:pt x="751382" y="852500"/>
                </a:lnTo>
                <a:lnTo>
                  <a:pt x="743788" y="862228"/>
                </a:lnTo>
                <a:lnTo>
                  <a:pt x="740067" y="874268"/>
                </a:lnTo>
                <a:lnTo>
                  <a:pt x="316128" y="874268"/>
                </a:lnTo>
                <a:lnTo>
                  <a:pt x="312470" y="862457"/>
                </a:lnTo>
                <a:lnTo>
                  <a:pt x="312407" y="862228"/>
                </a:lnTo>
                <a:lnTo>
                  <a:pt x="304825" y="852500"/>
                </a:lnTo>
                <a:lnTo>
                  <a:pt x="295084" y="846531"/>
                </a:lnTo>
                <a:lnTo>
                  <a:pt x="294246" y="846010"/>
                </a:lnTo>
                <a:lnTo>
                  <a:pt x="281546" y="843648"/>
                </a:lnTo>
                <a:lnTo>
                  <a:pt x="276593" y="843648"/>
                </a:lnTo>
                <a:lnTo>
                  <a:pt x="271881" y="844689"/>
                </a:lnTo>
                <a:lnTo>
                  <a:pt x="267627" y="846531"/>
                </a:lnTo>
                <a:lnTo>
                  <a:pt x="58166" y="488200"/>
                </a:lnTo>
                <a:lnTo>
                  <a:pt x="58077" y="488035"/>
                </a:lnTo>
                <a:lnTo>
                  <a:pt x="55740" y="484047"/>
                </a:lnTo>
                <a:lnTo>
                  <a:pt x="61582" y="478675"/>
                </a:lnTo>
                <a:lnTo>
                  <a:pt x="66078" y="472122"/>
                </a:lnTo>
                <a:lnTo>
                  <a:pt x="68961" y="464604"/>
                </a:lnTo>
                <a:lnTo>
                  <a:pt x="69977" y="456361"/>
                </a:lnTo>
                <a:lnTo>
                  <a:pt x="68961" y="448119"/>
                </a:lnTo>
                <a:lnTo>
                  <a:pt x="66078" y="440613"/>
                </a:lnTo>
                <a:lnTo>
                  <a:pt x="61595" y="434060"/>
                </a:lnTo>
                <a:lnTo>
                  <a:pt x="55740" y="428688"/>
                </a:lnTo>
                <a:lnTo>
                  <a:pt x="58077" y="424700"/>
                </a:lnTo>
                <a:lnTo>
                  <a:pt x="267614" y="66230"/>
                </a:lnTo>
                <a:lnTo>
                  <a:pt x="271868" y="68072"/>
                </a:lnTo>
                <a:lnTo>
                  <a:pt x="276580" y="69113"/>
                </a:lnTo>
                <a:lnTo>
                  <a:pt x="281546" y="69113"/>
                </a:lnTo>
                <a:lnTo>
                  <a:pt x="294259" y="66738"/>
                </a:lnTo>
                <a:lnTo>
                  <a:pt x="295084" y="66230"/>
                </a:lnTo>
                <a:lnTo>
                  <a:pt x="304838" y="60236"/>
                </a:lnTo>
                <a:lnTo>
                  <a:pt x="312420" y="50507"/>
                </a:lnTo>
                <a:lnTo>
                  <a:pt x="316128" y="38455"/>
                </a:lnTo>
                <a:lnTo>
                  <a:pt x="740054" y="38455"/>
                </a:lnTo>
                <a:lnTo>
                  <a:pt x="774661" y="69113"/>
                </a:lnTo>
                <a:lnTo>
                  <a:pt x="779614" y="69113"/>
                </a:lnTo>
                <a:lnTo>
                  <a:pt x="784326" y="68072"/>
                </a:lnTo>
                <a:lnTo>
                  <a:pt x="788606" y="66230"/>
                </a:lnTo>
                <a:lnTo>
                  <a:pt x="1000455" y="428688"/>
                </a:lnTo>
                <a:lnTo>
                  <a:pt x="1000455" y="413029"/>
                </a:lnTo>
                <a:lnTo>
                  <a:pt x="797750" y="66230"/>
                </a:lnTo>
                <a:lnTo>
                  <a:pt x="795426" y="62242"/>
                </a:lnTo>
                <a:lnTo>
                  <a:pt x="801255" y="56857"/>
                </a:lnTo>
                <a:lnTo>
                  <a:pt x="805738" y="50304"/>
                </a:lnTo>
                <a:lnTo>
                  <a:pt x="808621" y="42799"/>
                </a:lnTo>
                <a:lnTo>
                  <a:pt x="809155" y="38455"/>
                </a:lnTo>
                <a:lnTo>
                  <a:pt x="809637" y="34556"/>
                </a:lnTo>
                <a:lnTo>
                  <a:pt x="788276" y="2717"/>
                </a:lnTo>
                <a:lnTo>
                  <a:pt x="774661" y="0"/>
                </a:lnTo>
                <a:lnTo>
                  <a:pt x="761961" y="2362"/>
                </a:lnTo>
                <a:lnTo>
                  <a:pt x="751382" y="8851"/>
                </a:lnTo>
                <a:lnTo>
                  <a:pt x="743788" y="18580"/>
                </a:lnTo>
                <a:lnTo>
                  <a:pt x="740067" y="30632"/>
                </a:lnTo>
                <a:lnTo>
                  <a:pt x="316128" y="30632"/>
                </a:lnTo>
                <a:lnTo>
                  <a:pt x="312407" y="18580"/>
                </a:lnTo>
                <a:lnTo>
                  <a:pt x="304825" y="8851"/>
                </a:lnTo>
                <a:lnTo>
                  <a:pt x="294246" y="2362"/>
                </a:lnTo>
                <a:lnTo>
                  <a:pt x="281546" y="0"/>
                </a:lnTo>
                <a:lnTo>
                  <a:pt x="267919" y="2717"/>
                </a:lnTo>
                <a:lnTo>
                  <a:pt x="256794" y="10121"/>
                </a:lnTo>
                <a:lnTo>
                  <a:pt x="249301" y="21107"/>
                </a:lnTo>
                <a:lnTo>
                  <a:pt x="246545" y="34556"/>
                </a:lnTo>
                <a:lnTo>
                  <a:pt x="247561" y="42799"/>
                </a:lnTo>
                <a:lnTo>
                  <a:pt x="250444" y="50304"/>
                </a:lnTo>
                <a:lnTo>
                  <a:pt x="254939" y="56857"/>
                </a:lnTo>
                <a:lnTo>
                  <a:pt x="260781" y="62242"/>
                </a:lnTo>
                <a:lnTo>
                  <a:pt x="49022" y="424522"/>
                </a:lnTo>
                <a:lnTo>
                  <a:pt x="48920" y="424700"/>
                </a:lnTo>
                <a:lnTo>
                  <a:pt x="44653" y="422859"/>
                </a:lnTo>
                <a:lnTo>
                  <a:pt x="39954" y="421805"/>
                </a:lnTo>
                <a:lnTo>
                  <a:pt x="34988" y="421805"/>
                </a:lnTo>
                <a:lnTo>
                  <a:pt x="21374" y="424522"/>
                </a:lnTo>
                <a:lnTo>
                  <a:pt x="10248" y="431927"/>
                </a:lnTo>
                <a:lnTo>
                  <a:pt x="2755" y="442912"/>
                </a:lnTo>
                <a:lnTo>
                  <a:pt x="0" y="456361"/>
                </a:lnTo>
                <a:lnTo>
                  <a:pt x="2755" y="469811"/>
                </a:lnTo>
                <a:lnTo>
                  <a:pt x="10248" y="480796"/>
                </a:lnTo>
                <a:lnTo>
                  <a:pt x="21374" y="488200"/>
                </a:lnTo>
                <a:lnTo>
                  <a:pt x="34988" y="490918"/>
                </a:lnTo>
                <a:lnTo>
                  <a:pt x="39954" y="490918"/>
                </a:lnTo>
                <a:lnTo>
                  <a:pt x="44653" y="489877"/>
                </a:lnTo>
                <a:lnTo>
                  <a:pt x="48920" y="488035"/>
                </a:lnTo>
                <a:lnTo>
                  <a:pt x="260794" y="850519"/>
                </a:lnTo>
                <a:lnTo>
                  <a:pt x="254939" y="855903"/>
                </a:lnTo>
                <a:lnTo>
                  <a:pt x="250444" y="862457"/>
                </a:lnTo>
                <a:lnTo>
                  <a:pt x="247561" y="869962"/>
                </a:lnTo>
                <a:lnTo>
                  <a:pt x="246545" y="878205"/>
                </a:lnTo>
                <a:lnTo>
                  <a:pt x="249301" y="891654"/>
                </a:lnTo>
                <a:lnTo>
                  <a:pt x="256794" y="902639"/>
                </a:lnTo>
                <a:lnTo>
                  <a:pt x="267919" y="910043"/>
                </a:lnTo>
                <a:lnTo>
                  <a:pt x="281546" y="912761"/>
                </a:lnTo>
                <a:lnTo>
                  <a:pt x="294259" y="910399"/>
                </a:lnTo>
                <a:lnTo>
                  <a:pt x="304838" y="903897"/>
                </a:lnTo>
                <a:lnTo>
                  <a:pt x="312420" y="894168"/>
                </a:lnTo>
                <a:lnTo>
                  <a:pt x="316128" y="882103"/>
                </a:lnTo>
                <a:lnTo>
                  <a:pt x="740054" y="882103"/>
                </a:lnTo>
                <a:lnTo>
                  <a:pt x="743775" y="894168"/>
                </a:lnTo>
                <a:lnTo>
                  <a:pt x="751357" y="903897"/>
                </a:lnTo>
                <a:lnTo>
                  <a:pt x="761949" y="910399"/>
                </a:lnTo>
                <a:lnTo>
                  <a:pt x="774661" y="912761"/>
                </a:lnTo>
                <a:lnTo>
                  <a:pt x="788276" y="910043"/>
                </a:lnTo>
                <a:lnTo>
                  <a:pt x="799388" y="902639"/>
                </a:lnTo>
                <a:lnTo>
                  <a:pt x="806894" y="891654"/>
                </a:lnTo>
                <a:lnTo>
                  <a:pt x="808837" y="882103"/>
                </a:lnTo>
                <a:lnTo>
                  <a:pt x="809637" y="878205"/>
                </a:lnTo>
                <a:lnTo>
                  <a:pt x="795413" y="850519"/>
                </a:lnTo>
                <a:lnTo>
                  <a:pt x="797750" y="846531"/>
                </a:lnTo>
                <a:lnTo>
                  <a:pt x="1007160" y="488200"/>
                </a:lnTo>
                <a:lnTo>
                  <a:pt x="1007262" y="488035"/>
                </a:lnTo>
                <a:lnTo>
                  <a:pt x="1011542" y="489877"/>
                </a:lnTo>
                <a:lnTo>
                  <a:pt x="1016241" y="490918"/>
                </a:lnTo>
                <a:lnTo>
                  <a:pt x="1021207" y="490918"/>
                </a:lnTo>
                <a:lnTo>
                  <a:pt x="1034821" y="488200"/>
                </a:lnTo>
                <a:lnTo>
                  <a:pt x="1035075" y="488035"/>
                </a:lnTo>
                <a:lnTo>
                  <a:pt x="1045933" y="480796"/>
                </a:lnTo>
                <a:lnTo>
                  <a:pt x="1053439" y="469811"/>
                </a:lnTo>
                <a:lnTo>
                  <a:pt x="1056182" y="456361"/>
                </a:lnTo>
                <a:close/>
              </a:path>
              <a:path w="1885314" h="1393190">
                <a:moveTo>
                  <a:pt x="1885149" y="936675"/>
                </a:moveTo>
                <a:lnTo>
                  <a:pt x="1882394" y="923226"/>
                </a:lnTo>
                <a:lnTo>
                  <a:pt x="1874888" y="912241"/>
                </a:lnTo>
                <a:lnTo>
                  <a:pt x="1864042" y="905014"/>
                </a:lnTo>
                <a:lnTo>
                  <a:pt x="1863775" y="904836"/>
                </a:lnTo>
                <a:lnTo>
                  <a:pt x="1850161" y="902119"/>
                </a:lnTo>
                <a:lnTo>
                  <a:pt x="1845208" y="902119"/>
                </a:lnTo>
                <a:lnTo>
                  <a:pt x="1840471" y="903173"/>
                </a:lnTo>
                <a:lnTo>
                  <a:pt x="1836216" y="905002"/>
                </a:lnTo>
                <a:lnTo>
                  <a:pt x="1829409" y="893356"/>
                </a:lnTo>
                <a:lnTo>
                  <a:pt x="1829409" y="964361"/>
                </a:lnTo>
                <a:lnTo>
                  <a:pt x="1617535" y="1326845"/>
                </a:lnTo>
                <a:lnTo>
                  <a:pt x="1613268" y="1325003"/>
                </a:lnTo>
                <a:lnTo>
                  <a:pt x="1608569" y="1323962"/>
                </a:lnTo>
                <a:lnTo>
                  <a:pt x="1603603" y="1323962"/>
                </a:lnTo>
                <a:lnTo>
                  <a:pt x="1590903" y="1326324"/>
                </a:lnTo>
                <a:lnTo>
                  <a:pt x="1580324" y="1332814"/>
                </a:lnTo>
                <a:lnTo>
                  <a:pt x="1572742" y="1342529"/>
                </a:lnTo>
                <a:lnTo>
                  <a:pt x="1569021" y="1354582"/>
                </a:lnTo>
                <a:lnTo>
                  <a:pt x="1145082" y="1354582"/>
                </a:lnTo>
                <a:lnTo>
                  <a:pt x="1141425" y="1342771"/>
                </a:lnTo>
                <a:lnTo>
                  <a:pt x="1141349" y="1342529"/>
                </a:lnTo>
                <a:lnTo>
                  <a:pt x="1133767" y="1332814"/>
                </a:lnTo>
                <a:lnTo>
                  <a:pt x="1124026" y="1326845"/>
                </a:lnTo>
                <a:lnTo>
                  <a:pt x="1123188" y="1326324"/>
                </a:lnTo>
                <a:lnTo>
                  <a:pt x="1110488" y="1323962"/>
                </a:lnTo>
                <a:lnTo>
                  <a:pt x="1105547" y="1323962"/>
                </a:lnTo>
                <a:lnTo>
                  <a:pt x="1100848" y="1325003"/>
                </a:lnTo>
                <a:lnTo>
                  <a:pt x="1096556" y="1326832"/>
                </a:lnTo>
                <a:lnTo>
                  <a:pt x="887120" y="968514"/>
                </a:lnTo>
                <a:lnTo>
                  <a:pt x="887018" y="968349"/>
                </a:lnTo>
                <a:lnTo>
                  <a:pt x="884694" y="964361"/>
                </a:lnTo>
                <a:lnTo>
                  <a:pt x="890536" y="958977"/>
                </a:lnTo>
                <a:lnTo>
                  <a:pt x="895019" y="952436"/>
                </a:lnTo>
                <a:lnTo>
                  <a:pt x="897902" y="944918"/>
                </a:lnTo>
                <a:lnTo>
                  <a:pt x="898931" y="936675"/>
                </a:lnTo>
                <a:lnTo>
                  <a:pt x="897915" y="928433"/>
                </a:lnTo>
                <a:lnTo>
                  <a:pt x="895032" y="920927"/>
                </a:lnTo>
                <a:lnTo>
                  <a:pt x="890536" y="914374"/>
                </a:lnTo>
                <a:lnTo>
                  <a:pt x="884694" y="909002"/>
                </a:lnTo>
                <a:lnTo>
                  <a:pt x="887018" y="905014"/>
                </a:lnTo>
                <a:lnTo>
                  <a:pt x="1096568" y="546544"/>
                </a:lnTo>
                <a:lnTo>
                  <a:pt x="1100836" y="548373"/>
                </a:lnTo>
                <a:lnTo>
                  <a:pt x="1105535" y="549427"/>
                </a:lnTo>
                <a:lnTo>
                  <a:pt x="1110488" y="549427"/>
                </a:lnTo>
                <a:lnTo>
                  <a:pt x="1123188" y="547052"/>
                </a:lnTo>
                <a:lnTo>
                  <a:pt x="1124026" y="546544"/>
                </a:lnTo>
                <a:lnTo>
                  <a:pt x="1133767" y="540562"/>
                </a:lnTo>
                <a:lnTo>
                  <a:pt x="1141361" y="530821"/>
                </a:lnTo>
                <a:lnTo>
                  <a:pt x="1145082" y="518769"/>
                </a:lnTo>
                <a:lnTo>
                  <a:pt x="1569021" y="518769"/>
                </a:lnTo>
                <a:lnTo>
                  <a:pt x="1572666" y="530606"/>
                </a:lnTo>
                <a:lnTo>
                  <a:pt x="1572729" y="530821"/>
                </a:lnTo>
                <a:lnTo>
                  <a:pt x="1580311" y="540562"/>
                </a:lnTo>
                <a:lnTo>
                  <a:pt x="1590890" y="547052"/>
                </a:lnTo>
                <a:lnTo>
                  <a:pt x="1603603" y="549427"/>
                </a:lnTo>
                <a:lnTo>
                  <a:pt x="1608569" y="549427"/>
                </a:lnTo>
                <a:lnTo>
                  <a:pt x="1613281" y="548373"/>
                </a:lnTo>
                <a:lnTo>
                  <a:pt x="1617560" y="546544"/>
                </a:lnTo>
                <a:lnTo>
                  <a:pt x="1826971" y="904836"/>
                </a:lnTo>
                <a:lnTo>
                  <a:pt x="1829384" y="909002"/>
                </a:lnTo>
                <a:lnTo>
                  <a:pt x="1823554" y="914374"/>
                </a:lnTo>
                <a:lnTo>
                  <a:pt x="1819059" y="920927"/>
                </a:lnTo>
                <a:lnTo>
                  <a:pt x="1823554" y="958977"/>
                </a:lnTo>
                <a:lnTo>
                  <a:pt x="1829409" y="964361"/>
                </a:lnTo>
                <a:lnTo>
                  <a:pt x="1829409" y="893356"/>
                </a:lnTo>
                <a:lnTo>
                  <a:pt x="1626704" y="546544"/>
                </a:lnTo>
                <a:lnTo>
                  <a:pt x="1624368" y="542556"/>
                </a:lnTo>
                <a:lnTo>
                  <a:pt x="1630197" y="537171"/>
                </a:lnTo>
                <a:lnTo>
                  <a:pt x="1634693" y="530606"/>
                </a:lnTo>
                <a:lnTo>
                  <a:pt x="1637563" y="523113"/>
                </a:lnTo>
                <a:lnTo>
                  <a:pt x="1638109" y="518769"/>
                </a:lnTo>
                <a:lnTo>
                  <a:pt x="1638592" y="514870"/>
                </a:lnTo>
                <a:lnTo>
                  <a:pt x="1637779" y="510933"/>
                </a:lnTo>
                <a:lnTo>
                  <a:pt x="1635836" y="501421"/>
                </a:lnTo>
                <a:lnTo>
                  <a:pt x="1628330" y="490435"/>
                </a:lnTo>
                <a:lnTo>
                  <a:pt x="1617218" y="483031"/>
                </a:lnTo>
                <a:lnTo>
                  <a:pt x="1603603" y="480314"/>
                </a:lnTo>
                <a:lnTo>
                  <a:pt x="1590903" y="482676"/>
                </a:lnTo>
                <a:lnTo>
                  <a:pt x="1580324" y="489165"/>
                </a:lnTo>
                <a:lnTo>
                  <a:pt x="1572742" y="498881"/>
                </a:lnTo>
                <a:lnTo>
                  <a:pt x="1569021" y="510933"/>
                </a:lnTo>
                <a:lnTo>
                  <a:pt x="1145082" y="510933"/>
                </a:lnTo>
                <a:lnTo>
                  <a:pt x="1141361" y="498881"/>
                </a:lnTo>
                <a:lnTo>
                  <a:pt x="1133767" y="489165"/>
                </a:lnTo>
                <a:lnTo>
                  <a:pt x="1123188" y="482676"/>
                </a:lnTo>
                <a:lnTo>
                  <a:pt x="1110488" y="480314"/>
                </a:lnTo>
                <a:lnTo>
                  <a:pt x="1096860" y="483031"/>
                </a:lnTo>
                <a:lnTo>
                  <a:pt x="1085748" y="490435"/>
                </a:lnTo>
                <a:lnTo>
                  <a:pt x="1078242" y="501421"/>
                </a:lnTo>
                <a:lnTo>
                  <a:pt x="1075499" y="514870"/>
                </a:lnTo>
                <a:lnTo>
                  <a:pt x="1076502" y="523113"/>
                </a:lnTo>
                <a:lnTo>
                  <a:pt x="1079385" y="530606"/>
                </a:lnTo>
                <a:lnTo>
                  <a:pt x="1083881" y="537171"/>
                </a:lnTo>
                <a:lnTo>
                  <a:pt x="1089736" y="542556"/>
                </a:lnTo>
                <a:lnTo>
                  <a:pt x="877989" y="904836"/>
                </a:lnTo>
                <a:lnTo>
                  <a:pt x="877887" y="905014"/>
                </a:lnTo>
                <a:lnTo>
                  <a:pt x="873620" y="903173"/>
                </a:lnTo>
                <a:lnTo>
                  <a:pt x="868908" y="902119"/>
                </a:lnTo>
                <a:lnTo>
                  <a:pt x="863942" y="902119"/>
                </a:lnTo>
                <a:lnTo>
                  <a:pt x="850315" y="904836"/>
                </a:lnTo>
                <a:lnTo>
                  <a:pt x="839203" y="912241"/>
                </a:lnTo>
                <a:lnTo>
                  <a:pt x="831697" y="923226"/>
                </a:lnTo>
                <a:lnTo>
                  <a:pt x="828954" y="936675"/>
                </a:lnTo>
                <a:lnTo>
                  <a:pt x="831697" y="950125"/>
                </a:lnTo>
                <a:lnTo>
                  <a:pt x="839203" y="961110"/>
                </a:lnTo>
                <a:lnTo>
                  <a:pt x="850315" y="968514"/>
                </a:lnTo>
                <a:lnTo>
                  <a:pt x="863942" y="971232"/>
                </a:lnTo>
                <a:lnTo>
                  <a:pt x="868908" y="971232"/>
                </a:lnTo>
                <a:lnTo>
                  <a:pt x="873607" y="970191"/>
                </a:lnTo>
                <a:lnTo>
                  <a:pt x="877887" y="968349"/>
                </a:lnTo>
                <a:lnTo>
                  <a:pt x="1089748" y="1330833"/>
                </a:lnTo>
                <a:lnTo>
                  <a:pt x="1083881" y="1336217"/>
                </a:lnTo>
                <a:lnTo>
                  <a:pt x="1079385" y="1342771"/>
                </a:lnTo>
                <a:lnTo>
                  <a:pt x="1076515" y="1350276"/>
                </a:lnTo>
                <a:lnTo>
                  <a:pt x="1075499" y="1358519"/>
                </a:lnTo>
                <a:lnTo>
                  <a:pt x="1078242" y="1371968"/>
                </a:lnTo>
                <a:lnTo>
                  <a:pt x="1085748" y="1382953"/>
                </a:lnTo>
                <a:lnTo>
                  <a:pt x="1096860" y="1390357"/>
                </a:lnTo>
                <a:lnTo>
                  <a:pt x="1110488" y="1393075"/>
                </a:lnTo>
                <a:lnTo>
                  <a:pt x="1123188" y="1390700"/>
                </a:lnTo>
                <a:lnTo>
                  <a:pt x="1133767" y="1384211"/>
                </a:lnTo>
                <a:lnTo>
                  <a:pt x="1141361" y="1374470"/>
                </a:lnTo>
                <a:lnTo>
                  <a:pt x="1145082" y="1362417"/>
                </a:lnTo>
                <a:lnTo>
                  <a:pt x="1569021" y="1362417"/>
                </a:lnTo>
                <a:lnTo>
                  <a:pt x="1572729" y="1374470"/>
                </a:lnTo>
                <a:lnTo>
                  <a:pt x="1580311" y="1384211"/>
                </a:lnTo>
                <a:lnTo>
                  <a:pt x="1590890" y="1390700"/>
                </a:lnTo>
                <a:lnTo>
                  <a:pt x="1603603" y="1393075"/>
                </a:lnTo>
                <a:lnTo>
                  <a:pt x="1617218" y="1390357"/>
                </a:lnTo>
                <a:lnTo>
                  <a:pt x="1628330" y="1382953"/>
                </a:lnTo>
                <a:lnTo>
                  <a:pt x="1635836" y="1371968"/>
                </a:lnTo>
                <a:lnTo>
                  <a:pt x="1637792" y="1362417"/>
                </a:lnTo>
                <a:lnTo>
                  <a:pt x="1638592" y="1358519"/>
                </a:lnTo>
                <a:lnTo>
                  <a:pt x="1638096" y="1354582"/>
                </a:lnTo>
                <a:lnTo>
                  <a:pt x="1637576" y="1350276"/>
                </a:lnTo>
                <a:lnTo>
                  <a:pt x="1634693" y="1342771"/>
                </a:lnTo>
                <a:lnTo>
                  <a:pt x="1630197" y="1336217"/>
                </a:lnTo>
                <a:lnTo>
                  <a:pt x="1624355" y="1330833"/>
                </a:lnTo>
                <a:lnTo>
                  <a:pt x="1626679" y="1326845"/>
                </a:lnTo>
                <a:lnTo>
                  <a:pt x="1836127" y="968514"/>
                </a:lnTo>
                <a:lnTo>
                  <a:pt x="1836229" y="968349"/>
                </a:lnTo>
                <a:lnTo>
                  <a:pt x="1840496" y="970191"/>
                </a:lnTo>
                <a:lnTo>
                  <a:pt x="1845195" y="971232"/>
                </a:lnTo>
                <a:lnTo>
                  <a:pt x="1850161" y="971232"/>
                </a:lnTo>
                <a:lnTo>
                  <a:pt x="1863775" y="968514"/>
                </a:lnTo>
                <a:lnTo>
                  <a:pt x="1864017" y="968349"/>
                </a:lnTo>
                <a:lnTo>
                  <a:pt x="1874888" y="961110"/>
                </a:lnTo>
                <a:lnTo>
                  <a:pt x="1882394" y="950125"/>
                </a:lnTo>
                <a:lnTo>
                  <a:pt x="1885149" y="936675"/>
                </a:lnTo>
                <a:close/>
              </a:path>
            </a:pathLst>
          </a:custGeom>
          <a:solidFill>
            <a:srgbClr val="D2D6DC">
              <a:alpha val="50000"/>
            </a:srgbClr>
          </a:solidFill>
        </p:spPr>
        <p:txBody>
          <a:bodyPr wrap="square" lIns="0" tIns="0" rIns="0" bIns="0" rtlCol="0"/>
          <a:lstStyle/>
          <a:p>
            <a:endParaRPr/>
          </a:p>
        </p:txBody>
      </p:sp>
      <p:sp>
        <p:nvSpPr>
          <p:cNvPr id="35" name="bg object 35"/>
          <p:cNvSpPr/>
          <p:nvPr/>
        </p:nvSpPr>
        <p:spPr>
          <a:xfrm>
            <a:off x="117713" y="4527854"/>
            <a:ext cx="1056640" cy="913130"/>
          </a:xfrm>
          <a:custGeom>
            <a:avLst/>
            <a:gdLst/>
            <a:ahLst/>
            <a:cxnLst/>
            <a:rect l="l" t="t" r="r" b="b"/>
            <a:pathLst>
              <a:path w="1056640" h="913129">
                <a:moveTo>
                  <a:pt x="58063" y="488035"/>
                </a:moveTo>
                <a:lnTo>
                  <a:pt x="48920" y="488035"/>
                </a:lnTo>
                <a:lnTo>
                  <a:pt x="260794" y="850506"/>
                </a:lnTo>
                <a:lnTo>
                  <a:pt x="254937" y="855895"/>
                </a:lnTo>
                <a:lnTo>
                  <a:pt x="250443" y="862450"/>
                </a:lnTo>
                <a:lnTo>
                  <a:pt x="247562" y="869958"/>
                </a:lnTo>
                <a:lnTo>
                  <a:pt x="246545" y="878205"/>
                </a:lnTo>
                <a:lnTo>
                  <a:pt x="249295" y="891651"/>
                </a:lnTo>
                <a:lnTo>
                  <a:pt x="256795" y="902636"/>
                </a:lnTo>
                <a:lnTo>
                  <a:pt x="267917" y="910044"/>
                </a:lnTo>
                <a:lnTo>
                  <a:pt x="281533" y="912761"/>
                </a:lnTo>
                <a:lnTo>
                  <a:pt x="294241" y="910393"/>
                </a:lnTo>
                <a:lnTo>
                  <a:pt x="304826" y="903890"/>
                </a:lnTo>
                <a:lnTo>
                  <a:pt x="312414" y="894159"/>
                </a:lnTo>
                <a:lnTo>
                  <a:pt x="316128" y="882103"/>
                </a:lnTo>
                <a:lnTo>
                  <a:pt x="808840" y="882103"/>
                </a:lnTo>
                <a:lnTo>
                  <a:pt x="809637" y="878205"/>
                </a:lnTo>
                <a:lnTo>
                  <a:pt x="809153" y="874280"/>
                </a:lnTo>
                <a:lnTo>
                  <a:pt x="316128" y="874280"/>
                </a:lnTo>
                <a:lnTo>
                  <a:pt x="312470" y="862450"/>
                </a:lnTo>
                <a:lnTo>
                  <a:pt x="312401" y="862229"/>
                </a:lnTo>
                <a:lnTo>
                  <a:pt x="304812" y="852506"/>
                </a:lnTo>
                <a:lnTo>
                  <a:pt x="295077" y="846531"/>
                </a:lnTo>
                <a:lnTo>
                  <a:pt x="267621" y="846531"/>
                </a:lnTo>
                <a:lnTo>
                  <a:pt x="58161" y="488203"/>
                </a:lnTo>
                <a:lnTo>
                  <a:pt x="58063" y="488035"/>
                </a:lnTo>
                <a:close/>
              </a:path>
              <a:path w="1056640" h="913129">
                <a:moveTo>
                  <a:pt x="808840" y="882103"/>
                </a:moveTo>
                <a:lnTo>
                  <a:pt x="740054" y="882103"/>
                </a:lnTo>
                <a:lnTo>
                  <a:pt x="743768" y="894159"/>
                </a:lnTo>
                <a:lnTo>
                  <a:pt x="751355" y="903890"/>
                </a:lnTo>
                <a:lnTo>
                  <a:pt x="761941" y="910393"/>
                </a:lnTo>
                <a:lnTo>
                  <a:pt x="774649" y="912761"/>
                </a:lnTo>
                <a:lnTo>
                  <a:pt x="788265" y="910044"/>
                </a:lnTo>
                <a:lnTo>
                  <a:pt x="799387" y="902636"/>
                </a:lnTo>
                <a:lnTo>
                  <a:pt x="806887" y="891651"/>
                </a:lnTo>
                <a:lnTo>
                  <a:pt x="808840" y="882103"/>
                </a:lnTo>
                <a:close/>
              </a:path>
              <a:path w="1056640" h="913129">
                <a:moveTo>
                  <a:pt x="779602" y="843648"/>
                </a:moveTo>
                <a:lnTo>
                  <a:pt x="774649" y="843648"/>
                </a:lnTo>
                <a:lnTo>
                  <a:pt x="761950" y="846012"/>
                </a:lnTo>
                <a:lnTo>
                  <a:pt x="751371" y="852506"/>
                </a:lnTo>
                <a:lnTo>
                  <a:pt x="743786" y="862229"/>
                </a:lnTo>
                <a:lnTo>
                  <a:pt x="740067" y="874280"/>
                </a:lnTo>
                <a:lnTo>
                  <a:pt x="809153" y="874280"/>
                </a:lnTo>
                <a:lnTo>
                  <a:pt x="808620" y="869958"/>
                </a:lnTo>
                <a:lnTo>
                  <a:pt x="805740" y="862450"/>
                </a:lnTo>
                <a:lnTo>
                  <a:pt x="801252" y="855895"/>
                </a:lnTo>
                <a:lnTo>
                  <a:pt x="795413" y="850506"/>
                </a:lnTo>
                <a:lnTo>
                  <a:pt x="797736" y="846531"/>
                </a:lnTo>
                <a:lnTo>
                  <a:pt x="788581" y="846531"/>
                </a:lnTo>
                <a:lnTo>
                  <a:pt x="784313" y="844689"/>
                </a:lnTo>
                <a:lnTo>
                  <a:pt x="779602" y="843648"/>
                </a:lnTo>
                <a:close/>
              </a:path>
              <a:path w="1056640" h="913129">
                <a:moveTo>
                  <a:pt x="281533" y="843648"/>
                </a:moveTo>
                <a:lnTo>
                  <a:pt x="276593" y="843648"/>
                </a:lnTo>
                <a:lnTo>
                  <a:pt x="271881" y="844689"/>
                </a:lnTo>
                <a:lnTo>
                  <a:pt x="267584" y="846531"/>
                </a:lnTo>
                <a:lnTo>
                  <a:pt x="295077" y="846531"/>
                </a:lnTo>
                <a:lnTo>
                  <a:pt x="294232" y="846012"/>
                </a:lnTo>
                <a:lnTo>
                  <a:pt x="281533" y="843648"/>
                </a:lnTo>
                <a:close/>
              </a:path>
              <a:path w="1056640" h="913129">
                <a:moveTo>
                  <a:pt x="797752" y="66230"/>
                </a:moveTo>
                <a:lnTo>
                  <a:pt x="788606" y="66230"/>
                </a:lnTo>
                <a:lnTo>
                  <a:pt x="1000455" y="428675"/>
                </a:lnTo>
                <a:lnTo>
                  <a:pt x="994603" y="434059"/>
                </a:lnTo>
                <a:lnTo>
                  <a:pt x="990112" y="440613"/>
                </a:lnTo>
                <a:lnTo>
                  <a:pt x="987233" y="448121"/>
                </a:lnTo>
                <a:lnTo>
                  <a:pt x="986218" y="456361"/>
                </a:lnTo>
                <a:lnTo>
                  <a:pt x="987233" y="464609"/>
                </a:lnTo>
                <a:lnTo>
                  <a:pt x="990112" y="472120"/>
                </a:lnTo>
                <a:lnTo>
                  <a:pt x="994603" y="478677"/>
                </a:lnTo>
                <a:lnTo>
                  <a:pt x="1000455" y="484060"/>
                </a:lnTo>
                <a:lnTo>
                  <a:pt x="788581" y="846531"/>
                </a:lnTo>
                <a:lnTo>
                  <a:pt x="797736" y="846531"/>
                </a:lnTo>
                <a:lnTo>
                  <a:pt x="1007164" y="488203"/>
                </a:lnTo>
                <a:lnTo>
                  <a:pt x="1007262" y="488035"/>
                </a:lnTo>
                <a:lnTo>
                  <a:pt x="1035072" y="488035"/>
                </a:lnTo>
                <a:lnTo>
                  <a:pt x="1045938" y="480798"/>
                </a:lnTo>
                <a:lnTo>
                  <a:pt x="1053434" y="469814"/>
                </a:lnTo>
                <a:lnTo>
                  <a:pt x="1056182" y="456361"/>
                </a:lnTo>
                <a:lnTo>
                  <a:pt x="1053434" y="442914"/>
                </a:lnTo>
                <a:lnTo>
                  <a:pt x="1045938" y="431930"/>
                </a:lnTo>
                <a:lnTo>
                  <a:pt x="1035070" y="424688"/>
                </a:lnTo>
                <a:lnTo>
                  <a:pt x="1007282" y="424688"/>
                </a:lnTo>
                <a:lnTo>
                  <a:pt x="797752" y="66230"/>
                </a:lnTo>
                <a:close/>
              </a:path>
              <a:path w="1056640" h="913129">
                <a:moveTo>
                  <a:pt x="39954" y="421805"/>
                </a:moveTo>
                <a:lnTo>
                  <a:pt x="34988" y="421805"/>
                </a:lnTo>
                <a:lnTo>
                  <a:pt x="21372" y="424522"/>
                </a:lnTo>
                <a:lnTo>
                  <a:pt x="10250" y="431930"/>
                </a:lnTo>
                <a:lnTo>
                  <a:pt x="2750" y="442914"/>
                </a:lnTo>
                <a:lnTo>
                  <a:pt x="0" y="456361"/>
                </a:lnTo>
                <a:lnTo>
                  <a:pt x="2750" y="469814"/>
                </a:lnTo>
                <a:lnTo>
                  <a:pt x="10250" y="480798"/>
                </a:lnTo>
                <a:lnTo>
                  <a:pt x="21372" y="488203"/>
                </a:lnTo>
                <a:lnTo>
                  <a:pt x="34988" y="490918"/>
                </a:lnTo>
                <a:lnTo>
                  <a:pt x="39954" y="490918"/>
                </a:lnTo>
                <a:lnTo>
                  <a:pt x="44640" y="489877"/>
                </a:lnTo>
                <a:lnTo>
                  <a:pt x="48920" y="488035"/>
                </a:lnTo>
                <a:lnTo>
                  <a:pt x="58063" y="488035"/>
                </a:lnTo>
                <a:lnTo>
                  <a:pt x="55740" y="484060"/>
                </a:lnTo>
                <a:lnTo>
                  <a:pt x="61584" y="478677"/>
                </a:lnTo>
                <a:lnTo>
                  <a:pt x="66076" y="472120"/>
                </a:lnTo>
                <a:lnTo>
                  <a:pt x="68958" y="464609"/>
                </a:lnTo>
                <a:lnTo>
                  <a:pt x="69977" y="456361"/>
                </a:lnTo>
                <a:lnTo>
                  <a:pt x="68961" y="448121"/>
                </a:lnTo>
                <a:lnTo>
                  <a:pt x="66082" y="440613"/>
                </a:lnTo>
                <a:lnTo>
                  <a:pt x="61592" y="434059"/>
                </a:lnTo>
                <a:lnTo>
                  <a:pt x="55740" y="428675"/>
                </a:lnTo>
                <a:lnTo>
                  <a:pt x="58071" y="424688"/>
                </a:lnTo>
                <a:lnTo>
                  <a:pt x="48920" y="424688"/>
                </a:lnTo>
                <a:lnTo>
                  <a:pt x="44653" y="422859"/>
                </a:lnTo>
                <a:lnTo>
                  <a:pt x="39954" y="421805"/>
                </a:lnTo>
                <a:close/>
              </a:path>
              <a:path w="1056640" h="913129">
                <a:moveTo>
                  <a:pt x="1035072" y="488035"/>
                </a:moveTo>
                <a:lnTo>
                  <a:pt x="1007262" y="488035"/>
                </a:lnTo>
                <a:lnTo>
                  <a:pt x="1011542" y="489877"/>
                </a:lnTo>
                <a:lnTo>
                  <a:pt x="1016241" y="490918"/>
                </a:lnTo>
                <a:lnTo>
                  <a:pt x="1021207" y="490918"/>
                </a:lnTo>
                <a:lnTo>
                  <a:pt x="1034821" y="488203"/>
                </a:lnTo>
                <a:lnTo>
                  <a:pt x="1035072" y="488035"/>
                </a:lnTo>
                <a:close/>
              </a:path>
              <a:path w="1056640" h="913129">
                <a:moveTo>
                  <a:pt x="281533" y="0"/>
                </a:moveTo>
                <a:lnTo>
                  <a:pt x="267917" y="2715"/>
                </a:lnTo>
                <a:lnTo>
                  <a:pt x="256795" y="10120"/>
                </a:lnTo>
                <a:lnTo>
                  <a:pt x="249295" y="21104"/>
                </a:lnTo>
                <a:lnTo>
                  <a:pt x="246545" y="34556"/>
                </a:lnTo>
                <a:lnTo>
                  <a:pt x="247562" y="42795"/>
                </a:lnTo>
                <a:lnTo>
                  <a:pt x="250444" y="50298"/>
                </a:lnTo>
                <a:lnTo>
                  <a:pt x="254935" y="56848"/>
                </a:lnTo>
                <a:lnTo>
                  <a:pt x="260781" y="62230"/>
                </a:lnTo>
                <a:lnTo>
                  <a:pt x="49017" y="424522"/>
                </a:lnTo>
                <a:lnTo>
                  <a:pt x="48920" y="424688"/>
                </a:lnTo>
                <a:lnTo>
                  <a:pt x="58071" y="424688"/>
                </a:lnTo>
                <a:lnTo>
                  <a:pt x="267601" y="66230"/>
                </a:lnTo>
                <a:lnTo>
                  <a:pt x="295079" y="66230"/>
                </a:lnTo>
                <a:lnTo>
                  <a:pt x="304826" y="60242"/>
                </a:lnTo>
                <a:lnTo>
                  <a:pt x="312414" y="50511"/>
                </a:lnTo>
                <a:lnTo>
                  <a:pt x="316128" y="38455"/>
                </a:lnTo>
                <a:lnTo>
                  <a:pt x="809156" y="38455"/>
                </a:lnTo>
                <a:lnTo>
                  <a:pt x="809637" y="34556"/>
                </a:lnTo>
                <a:lnTo>
                  <a:pt x="808835" y="30632"/>
                </a:lnTo>
                <a:lnTo>
                  <a:pt x="316128" y="30632"/>
                </a:lnTo>
                <a:lnTo>
                  <a:pt x="312407" y="18580"/>
                </a:lnTo>
                <a:lnTo>
                  <a:pt x="304817" y="8858"/>
                </a:lnTo>
                <a:lnTo>
                  <a:pt x="294234" y="2364"/>
                </a:lnTo>
                <a:lnTo>
                  <a:pt x="281533" y="0"/>
                </a:lnTo>
                <a:close/>
              </a:path>
              <a:path w="1056640" h="913129">
                <a:moveTo>
                  <a:pt x="1021207" y="421805"/>
                </a:moveTo>
                <a:lnTo>
                  <a:pt x="1016241" y="421805"/>
                </a:lnTo>
                <a:lnTo>
                  <a:pt x="1011525" y="422859"/>
                </a:lnTo>
                <a:lnTo>
                  <a:pt x="1007245" y="424688"/>
                </a:lnTo>
                <a:lnTo>
                  <a:pt x="1035070" y="424688"/>
                </a:lnTo>
                <a:lnTo>
                  <a:pt x="1034821" y="424522"/>
                </a:lnTo>
                <a:lnTo>
                  <a:pt x="1021207" y="421805"/>
                </a:lnTo>
                <a:close/>
              </a:path>
              <a:path w="1056640" h="913129">
                <a:moveTo>
                  <a:pt x="295079" y="66230"/>
                </a:moveTo>
                <a:lnTo>
                  <a:pt x="267601" y="66230"/>
                </a:lnTo>
                <a:lnTo>
                  <a:pt x="271868" y="68059"/>
                </a:lnTo>
                <a:lnTo>
                  <a:pt x="276580" y="69113"/>
                </a:lnTo>
                <a:lnTo>
                  <a:pt x="281533" y="69113"/>
                </a:lnTo>
                <a:lnTo>
                  <a:pt x="294241" y="66744"/>
                </a:lnTo>
                <a:lnTo>
                  <a:pt x="295079" y="66230"/>
                </a:lnTo>
                <a:close/>
              </a:path>
              <a:path w="1056640" h="913129">
                <a:moveTo>
                  <a:pt x="809156" y="38455"/>
                </a:moveTo>
                <a:lnTo>
                  <a:pt x="740054" y="38455"/>
                </a:lnTo>
                <a:lnTo>
                  <a:pt x="743703" y="50298"/>
                </a:lnTo>
                <a:lnTo>
                  <a:pt x="743768" y="50511"/>
                </a:lnTo>
                <a:lnTo>
                  <a:pt x="751355" y="60242"/>
                </a:lnTo>
                <a:lnTo>
                  <a:pt x="761941" y="66744"/>
                </a:lnTo>
                <a:lnTo>
                  <a:pt x="774649" y="69113"/>
                </a:lnTo>
                <a:lnTo>
                  <a:pt x="779602" y="69113"/>
                </a:lnTo>
                <a:lnTo>
                  <a:pt x="784326" y="68059"/>
                </a:lnTo>
                <a:lnTo>
                  <a:pt x="788606" y="66230"/>
                </a:lnTo>
                <a:lnTo>
                  <a:pt x="797752" y="66230"/>
                </a:lnTo>
                <a:lnTo>
                  <a:pt x="795413" y="62230"/>
                </a:lnTo>
                <a:lnTo>
                  <a:pt x="801250" y="56848"/>
                </a:lnTo>
                <a:lnTo>
                  <a:pt x="805737" y="50298"/>
                </a:lnTo>
                <a:lnTo>
                  <a:pt x="808618" y="42795"/>
                </a:lnTo>
                <a:lnTo>
                  <a:pt x="809156" y="38455"/>
                </a:lnTo>
                <a:close/>
              </a:path>
              <a:path w="1056640" h="913129">
                <a:moveTo>
                  <a:pt x="774649" y="0"/>
                </a:moveTo>
                <a:lnTo>
                  <a:pt x="761950" y="2364"/>
                </a:lnTo>
                <a:lnTo>
                  <a:pt x="751371" y="8858"/>
                </a:lnTo>
                <a:lnTo>
                  <a:pt x="743786" y="18580"/>
                </a:lnTo>
                <a:lnTo>
                  <a:pt x="740067" y="30632"/>
                </a:lnTo>
                <a:lnTo>
                  <a:pt x="808835" y="30632"/>
                </a:lnTo>
                <a:lnTo>
                  <a:pt x="806887" y="21104"/>
                </a:lnTo>
                <a:lnTo>
                  <a:pt x="799387" y="10120"/>
                </a:lnTo>
                <a:lnTo>
                  <a:pt x="788265" y="2715"/>
                </a:lnTo>
                <a:lnTo>
                  <a:pt x="774649" y="0"/>
                </a:lnTo>
                <a:close/>
              </a:path>
            </a:pathLst>
          </a:custGeom>
          <a:solidFill>
            <a:srgbClr val="D2D6DC">
              <a:alpha val="50000"/>
            </a:srgbClr>
          </a:solidFill>
        </p:spPr>
        <p:txBody>
          <a:bodyPr wrap="square" lIns="0" tIns="0" rIns="0" bIns="0" rtlCol="0"/>
          <a:lstStyle/>
          <a:p>
            <a:endParaRPr/>
          </a:p>
        </p:txBody>
      </p:sp>
      <p:sp>
        <p:nvSpPr>
          <p:cNvPr id="36" name="bg object 36"/>
          <p:cNvSpPr/>
          <p:nvPr/>
        </p:nvSpPr>
        <p:spPr>
          <a:xfrm>
            <a:off x="768588" y="6235797"/>
            <a:ext cx="575945" cy="972819"/>
          </a:xfrm>
          <a:custGeom>
            <a:avLst/>
            <a:gdLst/>
            <a:ahLst/>
            <a:cxnLst/>
            <a:rect l="l" t="t" r="r" b="b"/>
            <a:pathLst>
              <a:path w="575944" h="972820">
                <a:moveTo>
                  <a:pt x="10350" y="0"/>
                </a:moveTo>
                <a:lnTo>
                  <a:pt x="0" y="5918"/>
                </a:lnTo>
                <a:lnTo>
                  <a:pt x="565023" y="972540"/>
                </a:lnTo>
                <a:lnTo>
                  <a:pt x="575360" y="966635"/>
                </a:lnTo>
                <a:lnTo>
                  <a:pt x="10350" y="0"/>
                </a:lnTo>
                <a:close/>
              </a:path>
            </a:pathLst>
          </a:custGeom>
          <a:solidFill>
            <a:srgbClr val="CFD4DB">
              <a:alpha val="50000"/>
            </a:srgbClr>
          </a:solidFill>
        </p:spPr>
        <p:txBody>
          <a:bodyPr wrap="square" lIns="0" tIns="0" rIns="0" bIns="0" rtlCol="0"/>
          <a:lstStyle/>
          <a:p>
            <a:endParaRPr/>
          </a:p>
        </p:txBody>
      </p:sp>
      <p:pic>
        <p:nvPicPr>
          <p:cNvPr id="37" name="bg object 37"/>
          <p:cNvPicPr/>
          <p:nvPr/>
        </p:nvPicPr>
        <p:blipFill>
          <a:blip r:embed="rId14" cstate="print"/>
          <a:stretch>
            <a:fillRect/>
          </a:stretch>
        </p:blipFill>
        <p:spPr>
          <a:xfrm>
            <a:off x="1266069" y="7134395"/>
            <a:ext cx="144322" cy="142544"/>
          </a:xfrm>
          <a:prstGeom prst="rect">
            <a:avLst/>
          </a:prstGeom>
        </p:spPr>
      </p:pic>
      <p:pic>
        <p:nvPicPr>
          <p:cNvPr id="38" name="bg object 38"/>
          <p:cNvPicPr/>
          <p:nvPr/>
        </p:nvPicPr>
        <p:blipFill>
          <a:blip r:embed="rId15" cstate="print"/>
          <a:stretch>
            <a:fillRect/>
          </a:stretch>
        </p:blipFill>
        <p:spPr>
          <a:xfrm>
            <a:off x="731312" y="6196915"/>
            <a:ext cx="84772" cy="83718"/>
          </a:xfrm>
          <a:prstGeom prst="rect">
            <a:avLst/>
          </a:prstGeom>
        </p:spPr>
      </p:pic>
      <p:sp>
        <p:nvSpPr>
          <p:cNvPr id="39" name="bg object 39"/>
          <p:cNvSpPr/>
          <p:nvPr/>
        </p:nvSpPr>
        <p:spPr>
          <a:xfrm>
            <a:off x="0" y="5182298"/>
            <a:ext cx="829310" cy="955040"/>
          </a:xfrm>
          <a:custGeom>
            <a:avLst/>
            <a:gdLst/>
            <a:ahLst/>
            <a:cxnLst/>
            <a:rect l="l" t="t" r="r" b="b"/>
            <a:pathLst>
              <a:path w="829310" h="955039">
                <a:moveTo>
                  <a:pt x="828865" y="498182"/>
                </a:moveTo>
                <a:lnTo>
                  <a:pt x="827138" y="489445"/>
                </a:lnTo>
                <a:lnTo>
                  <a:pt x="822325" y="482295"/>
                </a:lnTo>
                <a:lnTo>
                  <a:pt x="815149" y="477443"/>
                </a:lnTo>
                <a:lnTo>
                  <a:pt x="806335" y="475640"/>
                </a:lnTo>
                <a:lnTo>
                  <a:pt x="797496" y="477342"/>
                </a:lnTo>
                <a:lnTo>
                  <a:pt x="556031" y="58318"/>
                </a:lnTo>
                <a:lnTo>
                  <a:pt x="558596" y="56629"/>
                </a:lnTo>
                <a:lnTo>
                  <a:pt x="563499" y="49542"/>
                </a:lnTo>
                <a:lnTo>
                  <a:pt x="565340" y="40817"/>
                </a:lnTo>
                <a:lnTo>
                  <a:pt x="563613" y="32092"/>
                </a:lnTo>
                <a:lnTo>
                  <a:pt x="558800" y="24942"/>
                </a:lnTo>
                <a:lnTo>
                  <a:pt x="551624" y="20091"/>
                </a:lnTo>
                <a:lnTo>
                  <a:pt x="542810" y="18275"/>
                </a:lnTo>
                <a:lnTo>
                  <a:pt x="533958" y="19989"/>
                </a:lnTo>
                <a:lnTo>
                  <a:pt x="526719" y="24752"/>
                </a:lnTo>
                <a:lnTo>
                  <a:pt x="521817" y="31838"/>
                </a:lnTo>
                <a:lnTo>
                  <a:pt x="520573" y="37757"/>
                </a:lnTo>
                <a:lnTo>
                  <a:pt x="47053" y="34823"/>
                </a:lnTo>
                <a:lnTo>
                  <a:pt x="44729" y="23012"/>
                </a:lnTo>
                <a:lnTo>
                  <a:pt x="36703" y="11099"/>
                </a:lnTo>
                <a:lnTo>
                  <a:pt x="24739" y="3022"/>
                </a:lnTo>
                <a:lnTo>
                  <a:pt x="10045" y="0"/>
                </a:lnTo>
                <a:lnTo>
                  <a:pt x="0" y="1930"/>
                </a:lnTo>
                <a:lnTo>
                  <a:pt x="0" y="72707"/>
                </a:lnTo>
                <a:lnTo>
                  <a:pt x="9575" y="74688"/>
                </a:lnTo>
                <a:lnTo>
                  <a:pt x="24307" y="71843"/>
                </a:lnTo>
                <a:lnTo>
                  <a:pt x="36372" y="63906"/>
                </a:lnTo>
                <a:lnTo>
                  <a:pt x="44551" y="52095"/>
                </a:lnTo>
                <a:lnTo>
                  <a:pt x="47015" y="40373"/>
                </a:lnTo>
                <a:lnTo>
                  <a:pt x="520522" y="43319"/>
                </a:lnTo>
                <a:lnTo>
                  <a:pt x="521703" y="49276"/>
                </a:lnTo>
                <a:lnTo>
                  <a:pt x="526529" y="56438"/>
                </a:lnTo>
                <a:lnTo>
                  <a:pt x="533704" y="61277"/>
                </a:lnTo>
                <a:lnTo>
                  <a:pt x="542531" y="63080"/>
                </a:lnTo>
                <a:lnTo>
                  <a:pt x="551319" y="61391"/>
                </a:lnTo>
                <a:lnTo>
                  <a:pt x="792746" y="480466"/>
                </a:lnTo>
                <a:lnTo>
                  <a:pt x="790257" y="482092"/>
                </a:lnTo>
                <a:lnTo>
                  <a:pt x="785355" y="489191"/>
                </a:lnTo>
                <a:lnTo>
                  <a:pt x="783513" y="497903"/>
                </a:lnTo>
                <a:lnTo>
                  <a:pt x="785228" y="506628"/>
                </a:lnTo>
                <a:lnTo>
                  <a:pt x="790054" y="513778"/>
                </a:lnTo>
                <a:lnTo>
                  <a:pt x="792568" y="515480"/>
                </a:lnTo>
                <a:lnTo>
                  <a:pt x="535228" y="949413"/>
                </a:lnTo>
                <a:lnTo>
                  <a:pt x="4064" y="946124"/>
                </a:lnTo>
                <a:lnTo>
                  <a:pt x="4025" y="951674"/>
                </a:lnTo>
                <a:lnTo>
                  <a:pt x="538441" y="954989"/>
                </a:lnTo>
                <a:lnTo>
                  <a:pt x="797229" y="518629"/>
                </a:lnTo>
                <a:lnTo>
                  <a:pt x="806056" y="520446"/>
                </a:lnTo>
                <a:lnTo>
                  <a:pt x="814895" y="518731"/>
                </a:lnTo>
                <a:lnTo>
                  <a:pt x="822134" y="513969"/>
                </a:lnTo>
                <a:lnTo>
                  <a:pt x="827036" y="506882"/>
                </a:lnTo>
                <a:lnTo>
                  <a:pt x="828865" y="498182"/>
                </a:lnTo>
                <a:close/>
              </a:path>
            </a:pathLst>
          </a:custGeom>
          <a:solidFill>
            <a:srgbClr val="CFD4DB">
              <a:alpha val="50000"/>
            </a:srgbClr>
          </a:solidFill>
        </p:spPr>
        <p:txBody>
          <a:bodyPr wrap="square" lIns="0" tIns="0" rIns="0" bIns="0" rtlCol="0"/>
          <a:lstStyle/>
          <a:p>
            <a:endParaRPr/>
          </a:p>
        </p:txBody>
      </p:sp>
      <p:pic>
        <p:nvPicPr>
          <p:cNvPr id="40" name="bg object 40"/>
          <p:cNvPicPr/>
          <p:nvPr/>
        </p:nvPicPr>
        <p:blipFill>
          <a:blip r:embed="rId16" cstate="print"/>
          <a:stretch>
            <a:fillRect/>
          </a:stretch>
        </p:blipFill>
        <p:spPr>
          <a:xfrm>
            <a:off x="499064" y="6097195"/>
            <a:ext cx="75603" cy="74688"/>
          </a:xfrm>
          <a:prstGeom prst="rect">
            <a:avLst/>
          </a:prstGeom>
        </p:spPr>
      </p:pic>
      <p:sp>
        <p:nvSpPr>
          <p:cNvPr id="41" name="bg object 41"/>
          <p:cNvSpPr/>
          <p:nvPr/>
        </p:nvSpPr>
        <p:spPr>
          <a:xfrm>
            <a:off x="0" y="4178058"/>
            <a:ext cx="322580" cy="2150745"/>
          </a:xfrm>
          <a:custGeom>
            <a:avLst/>
            <a:gdLst/>
            <a:ahLst/>
            <a:cxnLst/>
            <a:rect l="l" t="t" r="r" b="b"/>
            <a:pathLst>
              <a:path w="322580" h="2150745">
                <a:moveTo>
                  <a:pt x="41808" y="1953387"/>
                </a:moveTo>
                <a:lnTo>
                  <a:pt x="38925" y="1938832"/>
                </a:lnTo>
                <a:lnTo>
                  <a:pt x="30899" y="1926907"/>
                </a:lnTo>
                <a:lnTo>
                  <a:pt x="18935" y="1918830"/>
                </a:lnTo>
                <a:lnTo>
                  <a:pt x="4241" y="1915807"/>
                </a:lnTo>
                <a:lnTo>
                  <a:pt x="0" y="1916620"/>
                </a:lnTo>
                <a:lnTo>
                  <a:pt x="0" y="1989721"/>
                </a:lnTo>
                <a:lnTo>
                  <a:pt x="3771" y="1990496"/>
                </a:lnTo>
                <a:lnTo>
                  <a:pt x="18491" y="1987651"/>
                </a:lnTo>
                <a:lnTo>
                  <a:pt x="30556" y="1979714"/>
                </a:lnTo>
                <a:lnTo>
                  <a:pt x="38735" y="1967903"/>
                </a:lnTo>
                <a:lnTo>
                  <a:pt x="41808" y="1953387"/>
                </a:lnTo>
                <a:close/>
              </a:path>
              <a:path w="322580" h="2150745">
                <a:moveTo>
                  <a:pt x="321970" y="2144014"/>
                </a:moveTo>
                <a:lnTo>
                  <a:pt x="0" y="1593164"/>
                </a:lnTo>
                <a:lnTo>
                  <a:pt x="0" y="1619338"/>
                </a:lnTo>
                <a:lnTo>
                  <a:pt x="310502" y="2150554"/>
                </a:lnTo>
                <a:lnTo>
                  <a:pt x="321970" y="2144014"/>
                </a:lnTo>
                <a:close/>
              </a:path>
              <a:path w="322580" h="2150745">
                <a:moveTo>
                  <a:pt x="321970" y="6553"/>
                </a:moveTo>
                <a:lnTo>
                  <a:pt x="310502" y="0"/>
                </a:lnTo>
                <a:lnTo>
                  <a:pt x="0" y="531228"/>
                </a:lnTo>
                <a:lnTo>
                  <a:pt x="0" y="557403"/>
                </a:lnTo>
                <a:lnTo>
                  <a:pt x="321970" y="6553"/>
                </a:lnTo>
                <a:close/>
              </a:path>
            </a:pathLst>
          </a:custGeom>
          <a:solidFill>
            <a:srgbClr val="CFD4DB">
              <a:alpha val="50000"/>
            </a:srgbClr>
          </a:solidFill>
        </p:spPr>
        <p:txBody>
          <a:bodyPr wrap="square" lIns="0" tIns="0" rIns="0" bIns="0" rtlCol="0"/>
          <a:lstStyle/>
          <a:p>
            <a:endParaRPr/>
          </a:p>
        </p:txBody>
      </p:sp>
      <p:pic>
        <p:nvPicPr>
          <p:cNvPr id="42" name="bg object 42"/>
          <p:cNvPicPr/>
          <p:nvPr/>
        </p:nvPicPr>
        <p:blipFill>
          <a:blip r:embed="rId17" cstate="print"/>
          <a:stretch>
            <a:fillRect/>
          </a:stretch>
        </p:blipFill>
        <p:spPr>
          <a:xfrm>
            <a:off x="236175" y="4102290"/>
            <a:ext cx="160045" cy="158076"/>
          </a:xfrm>
          <a:prstGeom prst="rect">
            <a:avLst/>
          </a:prstGeom>
        </p:spPr>
      </p:pic>
      <p:pic>
        <p:nvPicPr>
          <p:cNvPr id="43" name="bg object 43"/>
          <p:cNvPicPr/>
          <p:nvPr/>
        </p:nvPicPr>
        <p:blipFill>
          <a:blip r:embed="rId18" cstate="print"/>
          <a:stretch>
            <a:fillRect/>
          </a:stretch>
        </p:blipFill>
        <p:spPr>
          <a:xfrm>
            <a:off x="262807" y="6272711"/>
            <a:ext cx="106679" cy="105397"/>
          </a:xfrm>
          <a:prstGeom prst="rect">
            <a:avLst/>
          </a:prstGeom>
        </p:spPr>
      </p:pic>
      <p:sp>
        <p:nvSpPr>
          <p:cNvPr id="44" name="bg object 44"/>
          <p:cNvSpPr/>
          <p:nvPr/>
        </p:nvSpPr>
        <p:spPr>
          <a:xfrm>
            <a:off x="1397704" y="7500199"/>
            <a:ext cx="165100" cy="272415"/>
          </a:xfrm>
          <a:custGeom>
            <a:avLst/>
            <a:gdLst/>
            <a:ahLst/>
            <a:cxnLst/>
            <a:rect l="l" t="t" r="r" b="b"/>
            <a:pathLst>
              <a:path w="165100" h="272415">
                <a:moveTo>
                  <a:pt x="5537" y="0"/>
                </a:moveTo>
                <a:lnTo>
                  <a:pt x="0" y="3162"/>
                </a:lnTo>
                <a:lnTo>
                  <a:pt x="157247" y="272200"/>
                </a:lnTo>
                <a:lnTo>
                  <a:pt x="164632" y="272200"/>
                </a:lnTo>
                <a:lnTo>
                  <a:pt x="5537" y="0"/>
                </a:lnTo>
                <a:close/>
              </a:path>
            </a:pathLst>
          </a:custGeom>
          <a:solidFill>
            <a:srgbClr val="CFD4DB">
              <a:alpha val="50000"/>
            </a:srgbClr>
          </a:solidFill>
        </p:spPr>
        <p:txBody>
          <a:bodyPr wrap="square" lIns="0" tIns="0" rIns="0" bIns="0" rtlCol="0"/>
          <a:lstStyle/>
          <a:p>
            <a:endParaRPr/>
          </a:p>
        </p:txBody>
      </p:sp>
      <p:pic>
        <p:nvPicPr>
          <p:cNvPr id="45" name="bg object 45"/>
          <p:cNvPicPr/>
          <p:nvPr/>
        </p:nvPicPr>
        <p:blipFill>
          <a:blip r:embed="rId19" cstate="print"/>
          <a:stretch>
            <a:fillRect/>
          </a:stretch>
        </p:blipFill>
        <p:spPr>
          <a:xfrm>
            <a:off x="1357583" y="7459386"/>
            <a:ext cx="85801" cy="84759"/>
          </a:xfrm>
          <a:prstGeom prst="rect">
            <a:avLst/>
          </a:prstGeom>
        </p:spPr>
      </p:pic>
      <p:sp>
        <p:nvSpPr>
          <p:cNvPr id="46" name="bg object 46"/>
          <p:cNvSpPr/>
          <p:nvPr/>
        </p:nvSpPr>
        <p:spPr>
          <a:xfrm>
            <a:off x="726802" y="7289722"/>
            <a:ext cx="290830" cy="483234"/>
          </a:xfrm>
          <a:custGeom>
            <a:avLst/>
            <a:gdLst/>
            <a:ahLst/>
            <a:cxnLst/>
            <a:rect l="l" t="t" r="r" b="b"/>
            <a:pathLst>
              <a:path w="290830" h="483234">
                <a:moveTo>
                  <a:pt x="282128" y="0"/>
                </a:moveTo>
                <a:lnTo>
                  <a:pt x="0" y="482677"/>
                </a:lnTo>
                <a:lnTo>
                  <a:pt x="10937" y="482677"/>
                </a:lnTo>
                <a:lnTo>
                  <a:pt x="290332" y="4660"/>
                </a:lnTo>
                <a:lnTo>
                  <a:pt x="282128" y="0"/>
                </a:lnTo>
                <a:close/>
              </a:path>
            </a:pathLst>
          </a:custGeom>
          <a:solidFill>
            <a:srgbClr val="CFD4DB">
              <a:alpha val="50000"/>
            </a:srgbClr>
          </a:solidFill>
        </p:spPr>
        <p:txBody>
          <a:bodyPr wrap="square" lIns="0" tIns="0" rIns="0" bIns="0" rtlCol="0"/>
          <a:lstStyle/>
          <a:p>
            <a:endParaRPr/>
          </a:p>
        </p:txBody>
      </p:sp>
      <p:pic>
        <p:nvPicPr>
          <p:cNvPr id="47" name="bg object 47"/>
          <p:cNvPicPr/>
          <p:nvPr/>
        </p:nvPicPr>
        <p:blipFill>
          <a:blip r:embed="rId20" cstate="print"/>
          <a:stretch>
            <a:fillRect/>
          </a:stretch>
        </p:blipFill>
        <p:spPr>
          <a:xfrm>
            <a:off x="974929" y="7254443"/>
            <a:ext cx="76225" cy="75285"/>
          </a:xfrm>
          <a:prstGeom prst="rect">
            <a:avLst/>
          </a:prstGeom>
        </p:spPr>
      </p:pic>
      <p:sp>
        <p:nvSpPr>
          <p:cNvPr id="48" name="bg object 48"/>
          <p:cNvSpPr/>
          <p:nvPr/>
        </p:nvSpPr>
        <p:spPr>
          <a:xfrm>
            <a:off x="0" y="6943496"/>
            <a:ext cx="471805" cy="666750"/>
          </a:xfrm>
          <a:custGeom>
            <a:avLst/>
            <a:gdLst/>
            <a:ahLst/>
            <a:cxnLst/>
            <a:rect l="l" t="t" r="r" b="b"/>
            <a:pathLst>
              <a:path w="471805" h="666750">
                <a:moveTo>
                  <a:pt x="471512" y="311416"/>
                </a:moveTo>
                <a:lnTo>
                  <a:pt x="463435" y="303441"/>
                </a:lnTo>
                <a:lnTo>
                  <a:pt x="445325" y="303441"/>
                </a:lnTo>
                <a:lnTo>
                  <a:pt x="267970" y="0"/>
                </a:lnTo>
                <a:lnTo>
                  <a:pt x="0" y="0"/>
                </a:lnTo>
                <a:lnTo>
                  <a:pt x="0" y="3898"/>
                </a:lnTo>
                <a:lnTo>
                  <a:pt x="265684" y="3898"/>
                </a:lnTo>
                <a:lnTo>
                  <a:pt x="441769" y="305168"/>
                </a:lnTo>
                <a:lnTo>
                  <a:pt x="435457" y="311416"/>
                </a:lnTo>
                <a:lnTo>
                  <a:pt x="435457" y="321246"/>
                </a:lnTo>
                <a:lnTo>
                  <a:pt x="435457" y="331089"/>
                </a:lnTo>
                <a:lnTo>
                  <a:pt x="441769" y="337337"/>
                </a:lnTo>
                <a:lnTo>
                  <a:pt x="278206" y="617169"/>
                </a:lnTo>
                <a:lnTo>
                  <a:pt x="277088" y="616419"/>
                </a:lnTo>
                <a:lnTo>
                  <a:pt x="266776" y="614362"/>
                </a:lnTo>
                <a:lnTo>
                  <a:pt x="256463" y="616419"/>
                </a:lnTo>
                <a:lnTo>
                  <a:pt x="248056" y="622020"/>
                </a:lnTo>
                <a:lnTo>
                  <a:pt x="242379" y="630339"/>
                </a:lnTo>
                <a:lnTo>
                  <a:pt x="240296" y="640524"/>
                </a:lnTo>
                <a:lnTo>
                  <a:pt x="242379" y="650697"/>
                </a:lnTo>
                <a:lnTo>
                  <a:pt x="248056" y="659015"/>
                </a:lnTo>
                <a:lnTo>
                  <a:pt x="256463" y="664616"/>
                </a:lnTo>
                <a:lnTo>
                  <a:pt x="266776" y="666673"/>
                </a:lnTo>
                <a:lnTo>
                  <a:pt x="277088" y="664616"/>
                </a:lnTo>
                <a:lnTo>
                  <a:pt x="285496" y="659015"/>
                </a:lnTo>
                <a:lnTo>
                  <a:pt x="291172" y="650697"/>
                </a:lnTo>
                <a:lnTo>
                  <a:pt x="293255" y="640524"/>
                </a:lnTo>
                <a:lnTo>
                  <a:pt x="291172" y="630339"/>
                </a:lnTo>
                <a:lnTo>
                  <a:pt x="285496" y="622020"/>
                </a:lnTo>
                <a:lnTo>
                  <a:pt x="281495" y="619366"/>
                </a:lnTo>
                <a:lnTo>
                  <a:pt x="445325" y="339051"/>
                </a:lnTo>
                <a:lnTo>
                  <a:pt x="463435" y="339051"/>
                </a:lnTo>
                <a:lnTo>
                  <a:pt x="471512" y="331089"/>
                </a:lnTo>
                <a:lnTo>
                  <a:pt x="471512" y="311416"/>
                </a:lnTo>
                <a:close/>
              </a:path>
            </a:pathLst>
          </a:custGeom>
          <a:solidFill>
            <a:srgbClr val="CFD4DB">
              <a:alpha val="50000"/>
            </a:srgbClr>
          </a:solidFill>
        </p:spPr>
        <p:txBody>
          <a:bodyPr wrap="square" lIns="0" tIns="0" rIns="0" bIns="0" rtlCol="0"/>
          <a:lstStyle/>
          <a:p>
            <a:endParaRPr/>
          </a:p>
        </p:txBody>
      </p:sp>
      <p:sp>
        <p:nvSpPr>
          <p:cNvPr id="49" name="bg object 49"/>
          <p:cNvSpPr/>
          <p:nvPr/>
        </p:nvSpPr>
        <p:spPr>
          <a:xfrm>
            <a:off x="0" y="0"/>
            <a:ext cx="5029200" cy="914400"/>
          </a:xfrm>
          <a:custGeom>
            <a:avLst/>
            <a:gdLst/>
            <a:ahLst/>
            <a:cxnLst/>
            <a:rect l="l" t="t" r="r" b="b"/>
            <a:pathLst>
              <a:path w="5029200" h="914400">
                <a:moveTo>
                  <a:pt x="5029200" y="0"/>
                </a:moveTo>
                <a:lnTo>
                  <a:pt x="0" y="0"/>
                </a:lnTo>
                <a:lnTo>
                  <a:pt x="0" y="914400"/>
                </a:lnTo>
                <a:lnTo>
                  <a:pt x="4114800" y="914400"/>
                </a:lnTo>
                <a:lnTo>
                  <a:pt x="5029200" y="0"/>
                </a:lnTo>
                <a:close/>
              </a:path>
            </a:pathLst>
          </a:custGeom>
          <a:solidFill>
            <a:srgbClr val="B31A1B"/>
          </a:solidFill>
        </p:spPr>
        <p:txBody>
          <a:bodyPr wrap="square" lIns="0" tIns="0" rIns="0" bIns="0" rtlCol="0"/>
          <a:lstStyle/>
          <a:p>
            <a:endParaRPr/>
          </a:p>
        </p:txBody>
      </p:sp>
      <p:sp>
        <p:nvSpPr>
          <p:cNvPr id="2" name="Holder 2"/>
          <p:cNvSpPr>
            <a:spLocks noGrp="1"/>
          </p:cNvSpPr>
          <p:nvPr>
            <p:ph type="title"/>
          </p:nvPr>
        </p:nvSpPr>
        <p:spPr>
          <a:xfrm>
            <a:off x="444500" y="158240"/>
            <a:ext cx="3543300" cy="635000"/>
          </a:xfrm>
          <a:prstGeom prst="rect">
            <a:avLst/>
          </a:prstGeom>
        </p:spPr>
        <p:txBody>
          <a:bodyPr wrap="square" lIns="0" tIns="0" rIns="0" bIns="0">
            <a:spAutoFit/>
          </a:bodyPr>
          <a:lstStyle>
            <a:lvl1pPr>
              <a:defRPr sz="2000" b="0" i="0">
                <a:solidFill>
                  <a:schemeClr val="bg1"/>
                </a:solidFill>
                <a:latin typeface="Tahoma"/>
                <a:cs typeface="Tahoma"/>
              </a:defRPr>
            </a:lvl1pPr>
          </a:lstStyle>
          <a:p>
            <a:endParaRPr/>
          </a:p>
        </p:txBody>
      </p:sp>
      <p:sp>
        <p:nvSpPr>
          <p:cNvPr id="3" name="Holder 3"/>
          <p:cNvSpPr>
            <a:spLocks noGrp="1"/>
          </p:cNvSpPr>
          <p:nvPr>
            <p:ph type="body" idx="1"/>
          </p:nvPr>
        </p:nvSpPr>
        <p:spPr>
          <a:xfrm>
            <a:off x="1130300" y="1496870"/>
            <a:ext cx="4465955" cy="4154170"/>
          </a:xfrm>
          <a:prstGeom prst="rect">
            <a:avLst/>
          </a:prstGeom>
        </p:spPr>
        <p:txBody>
          <a:bodyPr wrap="square" lIns="0" tIns="0" rIns="0" bIns="0">
            <a:spAutoFit/>
          </a:bodyPr>
          <a:lstStyle>
            <a:lvl1pPr>
              <a:defRPr sz="1200" b="1" i="0">
                <a:solidFill>
                  <a:srgbClr val="2A6A83"/>
                </a:solidFill>
                <a:latin typeface="Trebuchet MS"/>
                <a:cs typeface="Trebuchet MS"/>
              </a:defRPr>
            </a:lvl1pPr>
          </a:lstStyle>
          <a:p>
            <a:endParaRPr/>
          </a:p>
        </p:txBody>
      </p:sp>
      <p:sp>
        <p:nvSpPr>
          <p:cNvPr id="4" name="Holder 4"/>
          <p:cNvSpPr>
            <a:spLocks noGrp="1"/>
          </p:cNvSpPr>
          <p:nvPr>
            <p:ph type="ftr" sz="quarter" idx="5"/>
          </p:nvPr>
        </p:nvSpPr>
        <p:spPr>
          <a:xfrm>
            <a:off x="979122" y="7356926"/>
            <a:ext cx="1242695" cy="137795"/>
          </a:xfrm>
          <a:prstGeom prst="rect">
            <a:avLst/>
          </a:prstGeom>
        </p:spPr>
        <p:txBody>
          <a:bodyPr wrap="square" lIns="0" tIns="0" rIns="0" bIns="0">
            <a:spAutoFit/>
          </a:bodyPr>
          <a:lstStyle>
            <a:lvl1pPr>
              <a:defRPr sz="700" b="0" i="0">
                <a:solidFill>
                  <a:srgbClr val="7F7773"/>
                </a:solidFill>
                <a:latin typeface="Tahoma"/>
                <a:cs typeface="Tahoma"/>
              </a:defRPr>
            </a:lvl1p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7983340" y="7367006"/>
            <a:ext cx="1121409" cy="130809"/>
          </a:xfrm>
          <a:prstGeom prst="rect">
            <a:avLst/>
          </a:prstGeom>
        </p:spPr>
        <p:txBody>
          <a:bodyPr wrap="square" lIns="0" tIns="0" rIns="0" bIns="0">
            <a:spAutoFit/>
          </a:bodyPr>
          <a:lstStyle>
            <a:lvl1pPr>
              <a:defRPr sz="700" b="0" i="0">
                <a:solidFill>
                  <a:srgbClr val="7F7773"/>
                </a:solidFill>
                <a:latin typeface="Trebuchet MS"/>
                <a:cs typeface="Trebuchet MS"/>
              </a:defRPr>
            </a:lvl1p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fld id="{81D60167-4931-47E6-BA6A-407CBD079E47}" type="slidenum">
              <a:rPr spc="-10" dirty="0"/>
              <a:t>‹#›</a:t>
            </a:fld>
            <a:endParaRPr spc="-10" dirty="0"/>
          </a:p>
        </p:txBody>
      </p:sp>
      <p:sp>
        <p:nvSpPr>
          <p:cNvPr id="8" name="TextBox 7">
            <a:extLst>
              <a:ext uri="{FF2B5EF4-FFF2-40B4-BE49-F238E27FC236}">
                <a16:creationId xmlns:a16="http://schemas.microsoft.com/office/drawing/2014/main" id="{F26BC077-EC24-24DB-04F7-6089844518A9}"/>
              </a:ext>
            </a:extLst>
          </p:cNvPr>
          <p:cNvSpPr txBox="1"/>
          <p:nvPr userDrawn="1">
            <p:extLst>
              <p:ext uri="{1162E1C5-73C7-4A58-AE30-91384D911F3F}">
                <p184:classification xmlns:p184="http://schemas.microsoft.com/office/powerpoint/2018/4/main" val="ftr"/>
              </p:ext>
            </p:extLst>
          </p:nvPr>
        </p:nvSpPr>
        <p:spPr>
          <a:xfrm>
            <a:off x="3441700" y="7556500"/>
            <a:ext cx="32004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ENTEGRIS PROPRIETARY AND CONFIDENTIAL – INTERNAL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6.png"/><Relationship Id="rId7" Type="http://schemas.openxmlformats.org/officeDocument/2006/relationships/slide" Target="slide6.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7.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6.png"/><Relationship Id="rId2" Type="http://schemas.openxmlformats.org/officeDocument/2006/relationships/image" Target="../media/image16.png"/><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17.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2.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172200" y="0"/>
            <a:ext cx="3886200" cy="7772400"/>
          </a:xfrm>
          <a:custGeom>
            <a:avLst/>
            <a:gdLst/>
            <a:ahLst/>
            <a:cxnLst/>
            <a:rect l="l" t="t" r="r" b="b"/>
            <a:pathLst>
              <a:path w="3886200" h="7772400">
                <a:moveTo>
                  <a:pt x="0" y="7772400"/>
                </a:moveTo>
                <a:lnTo>
                  <a:pt x="3886200" y="7772400"/>
                </a:lnTo>
                <a:lnTo>
                  <a:pt x="3886200" y="0"/>
                </a:lnTo>
                <a:lnTo>
                  <a:pt x="0" y="0"/>
                </a:lnTo>
                <a:lnTo>
                  <a:pt x="0" y="7772400"/>
                </a:lnTo>
                <a:close/>
              </a:path>
            </a:pathLst>
          </a:custGeom>
          <a:solidFill>
            <a:srgbClr val="ECE9E7"/>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6172200" cy="7772400"/>
          </a:xfrm>
          <a:prstGeom prst="rect">
            <a:avLst/>
          </a:prstGeom>
        </p:spPr>
      </p:pic>
      <p:sp>
        <p:nvSpPr>
          <p:cNvPr id="4" name="object 4" descr="$PPTXTitle"/>
          <p:cNvSpPr txBox="1">
            <a:spLocks noGrp="1"/>
          </p:cNvSpPr>
          <p:nvPr>
            <p:ph type="title"/>
          </p:nvPr>
        </p:nvSpPr>
        <p:spPr>
          <a:xfrm>
            <a:off x="6196173" y="2635181"/>
            <a:ext cx="3431877" cy="936154"/>
          </a:xfrm>
          <a:prstGeom prst="rect">
            <a:avLst/>
          </a:prstGeom>
        </p:spPr>
        <p:txBody>
          <a:bodyPr vert="horz" wrap="square" lIns="0" tIns="12700" rIns="0" bIns="0" rtlCol="0">
            <a:spAutoFit/>
          </a:bodyPr>
          <a:lstStyle/>
          <a:p>
            <a:pPr marL="12700">
              <a:lnSpc>
                <a:spcPct val="100000"/>
              </a:lnSpc>
              <a:spcBef>
                <a:spcPts val="100"/>
              </a:spcBef>
              <a:tabLst>
                <a:tab pos="1027430" algn="l"/>
              </a:tabLst>
            </a:pP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GREAT</a:t>
            </a:r>
            <a:r>
              <a:rPr lang="en-US"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LEADER </a:t>
            </a:r>
            <a:endParaRPr sz="3000" dirty="0">
              <a:latin typeface="Calibri Light" panose="020F0302020204030204" pitchFamily="34" charset="0"/>
              <a:ea typeface="Calibri Light" panose="020F0302020204030204" pitchFamily="34" charset="0"/>
              <a:cs typeface="Calibri Light" panose="020F0302020204030204" pitchFamily="34" charset="0"/>
            </a:endParaRPr>
          </a:p>
          <a:p>
            <a:pPr marL="12700">
              <a:lnSpc>
                <a:spcPct val="100000"/>
              </a:lnSpc>
              <a:tabLst>
                <a:tab pos="1323975" algn="l"/>
                <a:tab pos="1642110" algn="l"/>
              </a:tabLst>
            </a:pP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PROFILE	&amp;	PLAYBOOK </a:t>
            </a:r>
            <a:endParaRPr sz="3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object 5"/>
          <p:cNvSpPr/>
          <p:nvPr/>
        </p:nvSpPr>
        <p:spPr>
          <a:xfrm>
            <a:off x="6172200" y="3784600"/>
            <a:ext cx="914400" cy="0"/>
          </a:xfrm>
          <a:custGeom>
            <a:avLst/>
            <a:gdLst/>
            <a:ahLst/>
            <a:cxnLst/>
            <a:rect l="l" t="t" r="r" b="b"/>
            <a:pathLst>
              <a:path w="914400">
                <a:moveTo>
                  <a:pt x="0" y="0"/>
                </a:moveTo>
                <a:lnTo>
                  <a:pt x="914400" y="0"/>
                </a:lnTo>
              </a:path>
            </a:pathLst>
          </a:custGeom>
          <a:ln w="25400">
            <a:solidFill>
              <a:srgbClr val="B31A1B"/>
            </a:solidFill>
          </a:ln>
        </p:spPr>
        <p:txBody>
          <a:bodyPr wrap="square" lIns="0" tIns="0" rIns="0" bIns="0" rtlCol="0"/>
          <a:lstStyle/>
          <a:p>
            <a:endParaRPr/>
          </a:p>
        </p:txBody>
      </p:sp>
      <p:sp>
        <p:nvSpPr>
          <p:cNvPr id="6" name="object 6"/>
          <p:cNvSpPr txBox="1"/>
          <p:nvPr/>
        </p:nvSpPr>
        <p:spPr>
          <a:xfrm>
            <a:off x="7913198" y="7401088"/>
            <a:ext cx="1701164" cy="132080"/>
          </a:xfrm>
          <a:prstGeom prst="rect">
            <a:avLst/>
          </a:prstGeom>
        </p:spPr>
        <p:txBody>
          <a:bodyPr vert="horz" wrap="square" lIns="0" tIns="12700" rIns="0" bIns="0" rtlCol="0">
            <a:spAutoFit/>
          </a:bodyPr>
          <a:lstStyle/>
          <a:p>
            <a:pPr marL="12700">
              <a:lnSpc>
                <a:spcPct val="100000"/>
              </a:lnSpc>
              <a:spcBef>
                <a:spcPts val="100"/>
              </a:spcBef>
            </a:pPr>
            <a:r>
              <a:rPr sz="700" spc="-20" dirty="0">
                <a:solidFill>
                  <a:srgbClr val="7F7773"/>
                </a:solidFill>
                <a:latin typeface="Trebuchet MS"/>
                <a:cs typeface="Trebuchet MS"/>
              </a:rPr>
              <a:t>Copyright</a:t>
            </a:r>
            <a:r>
              <a:rPr sz="700" spc="95" dirty="0">
                <a:solidFill>
                  <a:srgbClr val="7F7773"/>
                </a:solidFill>
                <a:latin typeface="Trebuchet MS"/>
                <a:cs typeface="Trebuchet MS"/>
              </a:rPr>
              <a:t> </a:t>
            </a:r>
            <a:r>
              <a:rPr sz="700" spc="60" dirty="0">
                <a:solidFill>
                  <a:srgbClr val="7F7773"/>
                </a:solidFill>
                <a:latin typeface="Trebuchet MS"/>
                <a:cs typeface="Trebuchet MS"/>
              </a:rPr>
              <a:t>©</a:t>
            </a:r>
            <a:r>
              <a:rPr sz="700" spc="95" dirty="0">
                <a:solidFill>
                  <a:srgbClr val="7F7773"/>
                </a:solidFill>
                <a:latin typeface="Trebuchet MS"/>
                <a:cs typeface="Trebuchet MS"/>
              </a:rPr>
              <a:t> </a:t>
            </a:r>
            <a:r>
              <a:rPr sz="700" spc="60" dirty="0">
                <a:solidFill>
                  <a:srgbClr val="7F7773"/>
                </a:solidFill>
                <a:latin typeface="Trebuchet MS"/>
                <a:cs typeface="Trebuchet MS"/>
              </a:rPr>
              <a:t>2024</a:t>
            </a:r>
            <a:r>
              <a:rPr sz="700" spc="95" dirty="0">
                <a:solidFill>
                  <a:srgbClr val="7F7773"/>
                </a:solidFill>
                <a:latin typeface="Trebuchet MS"/>
                <a:cs typeface="Trebuchet MS"/>
              </a:rPr>
              <a:t> </a:t>
            </a:r>
            <a:r>
              <a:rPr sz="700" dirty="0">
                <a:solidFill>
                  <a:srgbClr val="7F7773"/>
                </a:solidFill>
                <a:latin typeface="Trebuchet MS"/>
                <a:cs typeface="Trebuchet MS"/>
              </a:rPr>
              <a:t>BTS</a:t>
            </a:r>
            <a:r>
              <a:rPr sz="700" dirty="0">
                <a:solidFill>
                  <a:srgbClr val="7F7773"/>
                </a:solidFill>
                <a:latin typeface="Webdings"/>
                <a:cs typeface="Webdings"/>
              </a:rPr>
              <a:t></a:t>
            </a:r>
            <a:r>
              <a:rPr sz="700" dirty="0">
                <a:solidFill>
                  <a:srgbClr val="7F7773"/>
                </a:solidFill>
                <a:latin typeface="Trebuchet MS"/>
                <a:cs typeface="Trebuchet MS"/>
              </a:rPr>
              <a:t>ENT-GL-P&amp;P-</a:t>
            </a:r>
            <a:r>
              <a:rPr sz="700" spc="-25" dirty="0">
                <a:solidFill>
                  <a:srgbClr val="7F7773"/>
                </a:solidFill>
                <a:latin typeface="Trebuchet MS"/>
                <a:cs typeface="Trebuchet MS"/>
              </a:rPr>
              <a:t>003</a:t>
            </a:r>
            <a:endParaRPr sz="700">
              <a:latin typeface="Trebuchet MS"/>
              <a:cs typeface="Trebuchet MS"/>
            </a:endParaRPr>
          </a:p>
        </p:txBody>
      </p:sp>
      <p:grpSp>
        <p:nvGrpSpPr>
          <p:cNvPr id="7" name="object 7"/>
          <p:cNvGrpSpPr/>
          <p:nvPr/>
        </p:nvGrpSpPr>
        <p:grpSpPr>
          <a:xfrm>
            <a:off x="8524395" y="494195"/>
            <a:ext cx="1067435" cy="346075"/>
            <a:chOff x="8524395" y="494195"/>
            <a:chExt cx="1067435" cy="346075"/>
          </a:xfrm>
        </p:grpSpPr>
        <p:sp>
          <p:nvSpPr>
            <p:cNvPr id="8" name="object 8"/>
            <p:cNvSpPr/>
            <p:nvPr/>
          </p:nvSpPr>
          <p:spPr>
            <a:xfrm>
              <a:off x="8853868" y="519493"/>
              <a:ext cx="583565" cy="234315"/>
            </a:xfrm>
            <a:custGeom>
              <a:avLst/>
              <a:gdLst/>
              <a:ahLst/>
              <a:cxnLst/>
              <a:rect l="l" t="t" r="r" b="b"/>
              <a:pathLst>
                <a:path w="583565" h="234315">
                  <a:moveTo>
                    <a:pt x="78841" y="213918"/>
                  </a:moveTo>
                  <a:lnTo>
                    <a:pt x="64198" y="213918"/>
                  </a:lnTo>
                  <a:lnTo>
                    <a:pt x="59728" y="212534"/>
                  </a:lnTo>
                  <a:lnTo>
                    <a:pt x="56375" y="208661"/>
                  </a:lnTo>
                  <a:lnTo>
                    <a:pt x="54254" y="201371"/>
                  </a:lnTo>
                  <a:lnTo>
                    <a:pt x="53517" y="189750"/>
                  </a:lnTo>
                  <a:lnTo>
                    <a:pt x="53517" y="73533"/>
                  </a:lnTo>
                  <a:lnTo>
                    <a:pt x="78181" y="73533"/>
                  </a:lnTo>
                  <a:lnTo>
                    <a:pt x="78181" y="56794"/>
                  </a:lnTo>
                  <a:lnTo>
                    <a:pt x="53543" y="56794"/>
                  </a:lnTo>
                  <a:lnTo>
                    <a:pt x="53543" y="7518"/>
                  </a:lnTo>
                  <a:lnTo>
                    <a:pt x="42418" y="7518"/>
                  </a:lnTo>
                  <a:lnTo>
                    <a:pt x="11341" y="56934"/>
                  </a:lnTo>
                  <a:lnTo>
                    <a:pt x="0" y="56934"/>
                  </a:lnTo>
                  <a:lnTo>
                    <a:pt x="0" y="73621"/>
                  </a:lnTo>
                  <a:lnTo>
                    <a:pt x="11341" y="73621"/>
                  </a:lnTo>
                  <a:lnTo>
                    <a:pt x="11341" y="176377"/>
                  </a:lnTo>
                  <a:lnTo>
                    <a:pt x="12763" y="199593"/>
                  </a:lnTo>
                  <a:lnTo>
                    <a:pt x="18415" y="216623"/>
                  </a:lnTo>
                  <a:lnTo>
                    <a:pt x="30340" y="227177"/>
                  </a:lnTo>
                  <a:lnTo>
                    <a:pt x="50761" y="231165"/>
                  </a:lnTo>
                  <a:lnTo>
                    <a:pt x="78841" y="231165"/>
                  </a:lnTo>
                  <a:lnTo>
                    <a:pt x="78841" y="213918"/>
                  </a:lnTo>
                  <a:close/>
                </a:path>
                <a:path w="583565" h="234315">
                  <a:moveTo>
                    <a:pt x="218808" y="141960"/>
                  </a:moveTo>
                  <a:lnTo>
                    <a:pt x="217385" y="132029"/>
                  </a:lnTo>
                  <a:lnTo>
                    <a:pt x="213791" y="106832"/>
                  </a:lnTo>
                  <a:lnTo>
                    <a:pt x="199504" y="79692"/>
                  </a:lnTo>
                  <a:lnTo>
                    <a:pt x="182003" y="66040"/>
                  </a:lnTo>
                  <a:lnTo>
                    <a:pt x="178257" y="63119"/>
                  </a:lnTo>
                  <a:lnTo>
                    <a:pt x="178257" y="124853"/>
                  </a:lnTo>
                  <a:lnTo>
                    <a:pt x="178257" y="132029"/>
                  </a:lnTo>
                  <a:lnTo>
                    <a:pt x="118338" y="132029"/>
                  </a:lnTo>
                  <a:lnTo>
                    <a:pt x="118414" y="124853"/>
                  </a:lnTo>
                  <a:lnTo>
                    <a:pt x="120078" y="99491"/>
                  </a:lnTo>
                  <a:lnTo>
                    <a:pt x="125476" y="81026"/>
                  </a:lnTo>
                  <a:lnTo>
                    <a:pt x="125539" y="80797"/>
                  </a:lnTo>
                  <a:lnTo>
                    <a:pt x="135013" y="69824"/>
                  </a:lnTo>
                  <a:lnTo>
                    <a:pt x="134658" y="69824"/>
                  </a:lnTo>
                  <a:lnTo>
                    <a:pt x="149174" y="66040"/>
                  </a:lnTo>
                  <a:lnTo>
                    <a:pt x="161645" y="69824"/>
                  </a:lnTo>
                  <a:lnTo>
                    <a:pt x="170764" y="81026"/>
                  </a:lnTo>
                  <a:lnTo>
                    <a:pt x="176364" y="99491"/>
                  </a:lnTo>
                  <a:lnTo>
                    <a:pt x="178257" y="124853"/>
                  </a:lnTo>
                  <a:lnTo>
                    <a:pt x="178257" y="63119"/>
                  </a:lnTo>
                  <a:lnTo>
                    <a:pt x="177101" y="62204"/>
                  </a:lnTo>
                  <a:lnTo>
                    <a:pt x="147739" y="56007"/>
                  </a:lnTo>
                  <a:lnTo>
                    <a:pt x="118668" y="62928"/>
                  </a:lnTo>
                  <a:lnTo>
                    <a:pt x="95161" y="82042"/>
                  </a:lnTo>
                  <a:lnTo>
                    <a:pt x="79425" y="110871"/>
                  </a:lnTo>
                  <a:lnTo>
                    <a:pt x="73787" y="146380"/>
                  </a:lnTo>
                  <a:lnTo>
                    <a:pt x="73672" y="146964"/>
                  </a:lnTo>
                  <a:lnTo>
                    <a:pt x="79349" y="182295"/>
                  </a:lnTo>
                  <a:lnTo>
                    <a:pt x="95250" y="209905"/>
                  </a:lnTo>
                  <a:lnTo>
                    <a:pt x="119697" y="227876"/>
                  </a:lnTo>
                  <a:lnTo>
                    <a:pt x="151003" y="234289"/>
                  </a:lnTo>
                  <a:lnTo>
                    <a:pt x="173418" y="231521"/>
                  </a:lnTo>
                  <a:lnTo>
                    <a:pt x="205320" y="209905"/>
                  </a:lnTo>
                  <a:lnTo>
                    <a:pt x="215620" y="188722"/>
                  </a:lnTo>
                  <a:lnTo>
                    <a:pt x="202641" y="185216"/>
                  </a:lnTo>
                  <a:lnTo>
                    <a:pt x="201904" y="187286"/>
                  </a:lnTo>
                  <a:lnTo>
                    <a:pt x="195402" y="200406"/>
                  </a:lnTo>
                  <a:lnTo>
                    <a:pt x="185496" y="210769"/>
                  </a:lnTo>
                  <a:lnTo>
                    <a:pt x="172986" y="217766"/>
                  </a:lnTo>
                  <a:lnTo>
                    <a:pt x="158648" y="220802"/>
                  </a:lnTo>
                  <a:lnTo>
                    <a:pt x="140919" y="216992"/>
                  </a:lnTo>
                  <a:lnTo>
                    <a:pt x="128231" y="205346"/>
                  </a:lnTo>
                  <a:lnTo>
                    <a:pt x="120611" y="185521"/>
                  </a:lnTo>
                  <a:lnTo>
                    <a:pt x="118059" y="157175"/>
                  </a:lnTo>
                  <a:lnTo>
                    <a:pt x="118059" y="146380"/>
                  </a:lnTo>
                  <a:lnTo>
                    <a:pt x="218808" y="146380"/>
                  </a:lnTo>
                  <a:lnTo>
                    <a:pt x="218808" y="141960"/>
                  </a:lnTo>
                  <a:close/>
                </a:path>
                <a:path w="583565" h="234315">
                  <a:moveTo>
                    <a:pt x="583361" y="21323"/>
                  </a:moveTo>
                  <a:lnTo>
                    <a:pt x="579043" y="11303"/>
                  </a:lnTo>
                  <a:lnTo>
                    <a:pt x="571474" y="3962"/>
                  </a:lnTo>
                  <a:lnTo>
                    <a:pt x="561708" y="0"/>
                  </a:lnTo>
                  <a:lnTo>
                    <a:pt x="550799" y="88"/>
                  </a:lnTo>
                  <a:lnTo>
                    <a:pt x="543293" y="2857"/>
                  </a:lnTo>
                  <a:lnTo>
                    <a:pt x="537019" y="7543"/>
                  </a:lnTo>
                  <a:lnTo>
                    <a:pt x="532320" y="13817"/>
                  </a:lnTo>
                  <a:lnTo>
                    <a:pt x="529564" y="21323"/>
                  </a:lnTo>
                  <a:lnTo>
                    <a:pt x="534073" y="31318"/>
                  </a:lnTo>
                  <a:lnTo>
                    <a:pt x="541794" y="38544"/>
                  </a:lnTo>
                  <a:lnTo>
                    <a:pt x="551662" y="42354"/>
                  </a:lnTo>
                  <a:lnTo>
                    <a:pt x="562622" y="42062"/>
                  </a:lnTo>
                  <a:lnTo>
                    <a:pt x="569874" y="39281"/>
                  </a:lnTo>
                  <a:lnTo>
                    <a:pt x="575970" y="34671"/>
                  </a:lnTo>
                  <a:lnTo>
                    <a:pt x="580567" y="28587"/>
                  </a:lnTo>
                  <a:lnTo>
                    <a:pt x="583361" y="21323"/>
                  </a:lnTo>
                  <a:close/>
                </a:path>
              </a:pathLst>
            </a:custGeom>
            <a:solidFill>
              <a:srgbClr val="6A6360"/>
            </a:solidFill>
          </p:spPr>
          <p:txBody>
            <a:bodyPr wrap="square" lIns="0" tIns="0" rIns="0" bIns="0" rtlCol="0"/>
            <a:lstStyle/>
            <a:p>
              <a:endParaRPr/>
            </a:p>
          </p:txBody>
        </p:sp>
        <p:pic>
          <p:nvPicPr>
            <p:cNvPr id="9" name="object 9"/>
            <p:cNvPicPr/>
            <p:nvPr/>
          </p:nvPicPr>
          <p:blipFill>
            <a:blip r:embed="rId3" cstate="print"/>
            <a:stretch>
              <a:fillRect/>
            </a:stretch>
          </p:blipFill>
          <p:spPr>
            <a:xfrm>
              <a:off x="9459386" y="572762"/>
              <a:ext cx="131991" cy="181690"/>
            </a:xfrm>
            <a:prstGeom prst="rect">
              <a:avLst/>
            </a:prstGeom>
          </p:spPr>
        </p:pic>
        <p:sp>
          <p:nvSpPr>
            <p:cNvPr id="10" name="object 10"/>
            <p:cNvSpPr/>
            <p:nvPr/>
          </p:nvSpPr>
          <p:spPr>
            <a:xfrm>
              <a:off x="9082649" y="575596"/>
              <a:ext cx="160655" cy="264795"/>
            </a:xfrm>
            <a:custGeom>
              <a:avLst/>
              <a:gdLst/>
              <a:ahLst/>
              <a:cxnLst/>
              <a:rect l="l" t="t" r="r" b="b"/>
              <a:pathLst>
                <a:path w="160654" h="264794">
                  <a:moveTo>
                    <a:pt x="143918" y="161035"/>
                  </a:moveTo>
                  <a:lnTo>
                    <a:pt x="103606" y="161035"/>
                  </a:lnTo>
                  <a:lnTo>
                    <a:pt x="103839" y="168289"/>
                  </a:lnTo>
                  <a:lnTo>
                    <a:pt x="103454" y="172808"/>
                  </a:lnTo>
                  <a:lnTo>
                    <a:pt x="92865" y="211876"/>
                  </a:lnTo>
                  <a:lnTo>
                    <a:pt x="59196" y="243152"/>
                  </a:lnTo>
                  <a:lnTo>
                    <a:pt x="27216" y="250812"/>
                  </a:lnTo>
                  <a:lnTo>
                    <a:pt x="27139" y="264642"/>
                  </a:lnTo>
                  <a:lnTo>
                    <a:pt x="78276" y="256808"/>
                  </a:lnTo>
                  <a:lnTo>
                    <a:pt x="115582" y="233400"/>
                  </a:lnTo>
                  <a:lnTo>
                    <a:pt x="137915" y="195730"/>
                  </a:lnTo>
                  <a:lnTo>
                    <a:pt x="143229" y="174484"/>
                  </a:lnTo>
                  <a:lnTo>
                    <a:pt x="143918" y="161035"/>
                  </a:lnTo>
                  <a:close/>
                </a:path>
                <a:path w="160654" h="264794">
                  <a:moveTo>
                    <a:pt x="61366" y="0"/>
                  </a:moveTo>
                  <a:lnTo>
                    <a:pt x="37258" y="6882"/>
                  </a:lnTo>
                  <a:lnTo>
                    <a:pt x="17776" y="25763"/>
                  </a:lnTo>
                  <a:lnTo>
                    <a:pt x="4748" y="53990"/>
                  </a:lnTo>
                  <a:lnTo>
                    <a:pt x="0" y="88912"/>
                  </a:lnTo>
                  <a:lnTo>
                    <a:pt x="4925" y="124791"/>
                  </a:lnTo>
                  <a:lnTo>
                    <a:pt x="18727" y="152820"/>
                  </a:lnTo>
                  <a:lnTo>
                    <a:pt x="39942" y="171060"/>
                  </a:lnTo>
                  <a:lnTo>
                    <a:pt x="67106" y="177571"/>
                  </a:lnTo>
                  <a:lnTo>
                    <a:pt x="77497" y="176725"/>
                  </a:lnTo>
                  <a:lnTo>
                    <a:pt x="87295" y="173575"/>
                  </a:lnTo>
                  <a:lnTo>
                    <a:pt x="96122" y="168289"/>
                  </a:lnTo>
                  <a:lnTo>
                    <a:pt x="101025" y="163537"/>
                  </a:lnTo>
                  <a:lnTo>
                    <a:pt x="73661" y="163537"/>
                  </a:lnTo>
                  <a:lnTo>
                    <a:pt x="60024" y="159180"/>
                  </a:lnTo>
                  <a:lnTo>
                    <a:pt x="50863" y="145368"/>
                  </a:lnTo>
                  <a:lnTo>
                    <a:pt x="45693" y="120925"/>
                  </a:lnTo>
                  <a:lnTo>
                    <a:pt x="44069" y="84683"/>
                  </a:lnTo>
                  <a:lnTo>
                    <a:pt x="45774" y="54948"/>
                  </a:lnTo>
                  <a:lnTo>
                    <a:pt x="50876" y="33639"/>
                  </a:lnTo>
                  <a:lnTo>
                    <a:pt x="59349" y="20811"/>
                  </a:lnTo>
                  <a:lnTo>
                    <a:pt x="71170" y="16522"/>
                  </a:lnTo>
                  <a:lnTo>
                    <a:pt x="98545" y="16522"/>
                  </a:lnTo>
                  <a:lnTo>
                    <a:pt x="97344" y="15007"/>
                  </a:lnTo>
                  <a:lnTo>
                    <a:pt x="86812" y="7037"/>
                  </a:lnTo>
                  <a:lnTo>
                    <a:pt x="74635" y="1927"/>
                  </a:lnTo>
                  <a:lnTo>
                    <a:pt x="61366" y="0"/>
                  </a:lnTo>
                  <a:close/>
                </a:path>
                <a:path w="160654" h="264794">
                  <a:moveTo>
                    <a:pt x="98545" y="16522"/>
                  </a:moveTo>
                  <a:lnTo>
                    <a:pt x="71170" y="16522"/>
                  </a:lnTo>
                  <a:lnTo>
                    <a:pt x="83037" y="20046"/>
                  </a:lnTo>
                  <a:lnTo>
                    <a:pt x="93418" y="30511"/>
                  </a:lnTo>
                  <a:lnTo>
                    <a:pt x="100774" y="47758"/>
                  </a:lnTo>
                  <a:lnTo>
                    <a:pt x="103568" y="71627"/>
                  </a:lnTo>
                  <a:lnTo>
                    <a:pt x="103568" y="111759"/>
                  </a:lnTo>
                  <a:lnTo>
                    <a:pt x="101528" y="133518"/>
                  </a:lnTo>
                  <a:lnTo>
                    <a:pt x="95631" y="149798"/>
                  </a:lnTo>
                  <a:lnTo>
                    <a:pt x="86209" y="160003"/>
                  </a:lnTo>
                  <a:lnTo>
                    <a:pt x="73596" y="163537"/>
                  </a:lnTo>
                  <a:lnTo>
                    <a:pt x="101025" y="163537"/>
                  </a:lnTo>
                  <a:lnTo>
                    <a:pt x="103606" y="161035"/>
                  </a:lnTo>
                  <a:lnTo>
                    <a:pt x="143918" y="161035"/>
                  </a:lnTo>
                  <a:lnTo>
                    <a:pt x="144339" y="152820"/>
                  </a:lnTo>
                  <a:lnTo>
                    <a:pt x="144287" y="25514"/>
                  </a:lnTo>
                  <a:lnTo>
                    <a:pt x="105676" y="25514"/>
                  </a:lnTo>
                  <a:lnTo>
                    <a:pt x="98545" y="16522"/>
                  </a:lnTo>
                  <a:close/>
                </a:path>
                <a:path w="160654" h="264794">
                  <a:moveTo>
                    <a:pt x="160274" y="736"/>
                  </a:moveTo>
                  <a:lnTo>
                    <a:pt x="105676" y="736"/>
                  </a:lnTo>
                  <a:lnTo>
                    <a:pt x="105676" y="25514"/>
                  </a:lnTo>
                  <a:lnTo>
                    <a:pt x="144287" y="25514"/>
                  </a:lnTo>
                  <a:lnTo>
                    <a:pt x="144284" y="21183"/>
                  </a:lnTo>
                  <a:lnTo>
                    <a:pt x="147307" y="18199"/>
                  </a:lnTo>
                  <a:lnTo>
                    <a:pt x="149098" y="17576"/>
                  </a:lnTo>
                  <a:lnTo>
                    <a:pt x="160274" y="17576"/>
                  </a:lnTo>
                  <a:lnTo>
                    <a:pt x="160274" y="736"/>
                  </a:lnTo>
                  <a:close/>
                </a:path>
              </a:pathLst>
            </a:custGeom>
            <a:solidFill>
              <a:srgbClr val="6A6360"/>
            </a:solidFill>
          </p:spPr>
          <p:txBody>
            <a:bodyPr wrap="square" lIns="0" tIns="0" rIns="0" bIns="0" rtlCol="0"/>
            <a:lstStyle/>
            <a:p>
              <a:endParaRPr/>
            </a:p>
          </p:txBody>
        </p:sp>
        <p:pic>
          <p:nvPicPr>
            <p:cNvPr id="11" name="object 11"/>
            <p:cNvPicPr/>
            <p:nvPr/>
          </p:nvPicPr>
          <p:blipFill>
            <a:blip r:embed="rId4" cstate="print"/>
            <a:stretch>
              <a:fillRect/>
            </a:stretch>
          </p:blipFill>
          <p:spPr>
            <a:xfrm>
              <a:off x="9377697" y="576296"/>
              <a:ext cx="74612" cy="174104"/>
            </a:xfrm>
            <a:prstGeom prst="rect">
              <a:avLst/>
            </a:prstGeom>
          </p:spPr>
        </p:pic>
        <p:sp>
          <p:nvSpPr>
            <p:cNvPr id="12" name="object 12"/>
            <p:cNvSpPr/>
            <p:nvPr/>
          </p:nvSpPr>
          <p:spPr>
            <a:xfrm>
              <a:off x="8524395" y="494195"/>
              <a:ext cx="158115" cy="256540"/>
            </a:xfrm>
            <a:custGeom>
              <a:avLst/>
              <a:gdLst/>
              <a:ahLst/>
              <a:cxnLst/>
              <a:rect l="l" t="t" r="r" b="b"/>
              <a:pathLst>
                <a:path w="158115" h="256540">
                  <a:moveTo>
                    <a:pt x="155752" y="0"/>
                  </a:moveTo>
                  <a:lnTo>
                    <a:pt x="0" y="0"/>
                  </a:lnTo>
                  <a:lnTo>
                    <a:pt x="0" y="16903"/>
                  </a:lnTo>
                  <a:lnTo>
                    <a:pt x="12547" y="16903"/>
                  </a:lnTo>
                  <a:lnTo>
                    <a:pt x="14325" y="17526"/>
                  </a:lnTo>
                  <a:lnTo>
                    <a:pt x="17271" y="20574"/>
                  </a:lnTo>
                  <a:lnTo>
                    <a:pt x="17310" y="235648"/>
                  </a:lnTo>
                  <a:lnTo>
                    <a:pt x="14287" y="238633"/>
                  </a:lnTo>
                  <a:lnTo>
                    <a:pt x="12496" y="239255"/>
                  </a:lnTo>
                  <a:lnTo>
                    <a:pt x="0" y="239255"/>
                  </a:lnTo>
                  <a:lnTo>
                    <a:pt x="0" y="256108"/>
                  </a:lnTo>
                  <a:lnTo>
                    <a:pt x="157835" y="256108"/>
                  </a:lnTo>
                  <a:lnTo>
                    <a:pt x="157835" y="203860"/>
                  </a:lnTo>
                  <a:lnTo>
                    <a:pt x="146189" y="203860"/>
                  </a:lnTo>
                  <a:lnTo>
                    <a:pt x="140160" y="220936"/>
                  </a:lnTo>
                  <a:lnTo>
                    <a:pt x="131921" y="232724"/>
                  </a:lnTo>
                  <a:lnTo>
                    <a:pt x="116214" y="239554"/>
                  </a:lnTo>
                  <a:lnTo>
                    <a:pt x="87782" y="241757"/>
                  </a:lnTo>
                  <a:lnTo>
                    <a:pt x="73662" y="241077"/>
                  </a:lnTo>
                  <a:lnTo>
                    <a:pt x="65371" y="237797"/>
                  </a:lnTo>
                  <a:lnTo>
                    <a:pt x="61459" y="230055"/>
                  </a:lnTo>
                  <a:lnTo>
                    <a:pt x="60477" y="215988"/>
                  </a:lnTo>
                  <a:lnTo>
                    <a:pt x="60477" y="123710"/>
                  </a:lnTo>
                  <a:lnTo>
                    <a:pt x="70497" y="123710"/>
                  </a:lnTo>
                  <a:lnTo>
                    <a:pt x="92921" y="125296"/>
                  </a:lnTo>
                  <a:lnTo>
                    <a:pt x="104000" y="130332"/>
                  </a:lnTo>
                  <a:lnTo>
                    <a:pt x="108145" y="139232"/>
                  </a:lnTo>
                  <a:lnTo>
                    <a:pt x="109766" y="152412"/>
                  </a:lnTo>
                  <a:lnTo>
                    <a:pt x="120167" y="152222"/>
                  </a:lnTo>
                  <a:lnTo>
                    <a:pt x="120167" y="83337"/>
                  </a:lnTo>
                  <a:lnTo>
                    <a:pt x="109969" y="82943"/>
                  </a:lnTo>
                  <a:lnTo>
                    <a:pt x="107834" y="97187"/>
                  </a:lnTo>
                  <a:lnTo>
                    <a:pt x="103749" y="105492"/>
                  </a:lnTo>
                  <a:lnTo>
                    <a:pt x="92877" y="109368"/>
                  </a:lnTo>
                  <a:lnTo>
                    <a:pt x="70383" y="110324"/>
                  </a:lnTo>
                  <a:lnTo>
                    <a:pt x="60464" y="110324"/>
                  </a:lnTo>
                  <a:lnTo>
                    <a:pt x="60464" y="33997"/>
                  </a:lnTo>
                  <a:lnTo>
                    <a:pt x="60286" y="23724"/>
                  </a:lnTo>
                  <a:lnTo>
                    <a:pt x="61895" y="17679"/>
                  </a:lnTo>
                  <a:lnTo>
                    <a:pt x="68506" y="14818"/>
                  </a:lnTo>
                  <a:lnTo>
                    <a:pt x="83350" y="14084"/>
                  </a:lnTo>
                  <a:lnTo>
                    <a:pt x="112708" y="16022"/>
                  </a:lnTo>
                  <a:lnTo>
                    <a:pt x="128781" y="21901"/>
                  </a:lnTo>
                  <a:lnTo>
                    <a:pt x="137353" y="31818"/>
                  </a:lnTo>
                  <a:lnTo>
                    <a:pt x="144208" y="45872"/>
                  </a:lnTo>
                  <a:lnTo>
                    <a:pt x="155676" y="45872"/>
                  </a:lnTo>
                  <a:lnTo>
                    <a:pt x="155752" y="0"/>
                  </a:lnTo>
                  <a:close/>
                </a:path>
              </a:pathLst>
            </a:custGeom>
            <a:solidFill>
              <a:srgbClr val="6A6360"/>
            </a:solidFill>
          </p:spPr>
          <p:txBody>
            <a:bodyPr wrap="square" lIns="0" tIns="0" rIns="0" bIns="0" rtlCol="0"/>
            <a:lstStyle/>
            <a:p>
              <a:endParaRPr/>
            </a:p>
          </p:txBody>
        </p:sp>
        <p:pic>
          <p:nvPicPr>
            <p:cNvPr id="13" name="object 13"/>
            <p:cNvPicPr/>
            <p:nvPr/>
          </p:nvPicPr>
          <p:blipFill>
            <a:blip r:embed="rId5" cstate="print"/>
            <a:stretch>
              <a:fillRect/>
            </a:stretch>
          </p:blipFill>
          <p:spPr>
            <a:xfrm>
              <a:off x="8683542" y="575509"/>
              <a:ext cx="173494" cy="174790"/>
            </a:xfrm>
            <a:prstGeom prst="rect">
              <a:avLst/>
            </a:prstGeom>
          </p:spPr>
        </p:pic>
        <p:pic>
          <p:nvPicPr>
            <p:cNvPr id="14" name="object 14"/>
            <p:cNvPicPr/>
            <p:nvPr/>
          </p:nvPicPr>
          <p:blipFill>
            <a:blip r:embed="rId6" cstate="print"/>
            <a:stretch>
              <a:fillRect/>
            </a:stretch>
          </p:blipFill>
          <p:spPr>
            <a:xfrm>
              <a:off x="9250509" y="574216"/>
              <a:ext cx="122110" cy="176098"/>
            </a:xfrm>
            <a:prstGeom prst="rect">
              <a:avLst/>
            </a:prstGeom>
          </p:spPr>
        </p:pic>
      </p:grpSp>
      <p:sp>
        <p:nvSpPr>
          <p:cNvPr id="15" name="object 15"/>
          <p:cNvSpPr/>
          <p:nvPr/>
        </p:nvSpPr>
        <p:spPr>
          <a:xfrm>
            <a:off x="8010855" y="467207"/>
            <a:ext cx="466725" cy="275590"/>
          </a:xfrm>
          <a:custGeom>
            <a:avLst/>
            <a:gdLst/>
            <a:ahLst/>
            <a:cxnLst/>
            <a:rect l="l" t="t" r="r" b="b"/>
            <a:pathLst>
              <a:path w="466725" h="275590">
                <a:moveTo>
                  <a:pt x="466178" y="177114"/>
                </a:moveTo>
                <a:lnTo>
                  <a:pt x="463524" y="163372"/>
                </a:lnTo>
                <a:lnTo>
                  <a:pt x="458203" y="150431"/>
                </a:lnTo>
                <a:lnTo>
                  <a:pt x="450380" y="138633"/>
                </a:lnTo>
                <a:lnTo>
                  <a:pt x="431152" y="119316"/>
                </a:lnTo>
                <a:lnTo>
                  <a:pt x="431152" y="169049"/>
                </a:lnTo>
                <a:lnTo>
                  <a:pt x="417195" y="194513"/>
                </a:lnTo>
                <a:lnTo>
                  <a:pt x="386422" y="212559"/>
                </a:lnTo>
                <a:lnTo>
                  <a:pt x="343344" y="221551"/>
                </a:lnTo>
                <a:lnTo>
                  <a:pt x="292442" y="219849"/>
                </a:lnTo>
                <a:lnTo>
                  <a:pt x="252958" y="210756"/>
                </a:lnTo>
                <a:lnTo>
                  <a:pt x="215925" y="194322"/>
                </a:lnTo>
                <a:lnTo>
                  <a:pt x="206197" y="188036"/>
                </a:lnTo>
                <a:lnTo>
                  <a:pt x="211988" y="192011"/>
                </a:lnTo>
                <a:lnTo>
                  <a:pt x="215900" y="194297"/>
                </a:lnTo>
                <a:lnTo>
                  <a:pt x="253174" y="135877"/>
                </a:lnTo>
                <a:lnTo>
                  <a:pt x="268414" y="79197"/>
                </a:lnTo>
                <a:lnTo>
                  <a:pt x="268706" y="72910"/>
                </a:lnTo>
                <a:lnTo>
                  <a:pt x="268719" y="75526"/>
                </a:lnTo>
                <a:lnTo>
                  <a:pt x="268452" y="79311"/>
                </a:lnTo>
                <a:lnTo>
                  <a:pt x="279387" y="79070"/>
                </a:lnTo>
                <a:lnTo>
                  <a:pt x="290309" y="79362"/>
                </a:lnTo>
                <a:lnTo>
                  <a:pt x="361403" y="94068"/>
                </a:lnTo>
                <a:lnTo>
                  <a:pt x="400278" y="114744"/>
                </a:lnTo>
                <a:lnTo>
                  <a:pt x="431152" y="169049"/>
                </a:lnTo>
                <a:lnTo>
                  <a:pt x="431152" y="119316"/>
                </a:lnTo>
                <a:lnTo>
                  <a:pt x="395173" y="95046"/>
                </a:lnTo>
                <a:lnTo>
                  <a:pt x="357416" y="79946"/>
                </a:lnTo>
                <a:lnTo>
                  <a:pt x="315404" y="70586"/>
                </a:lnTo>
                <a:lnTo>
                  <a:pt x="280403" y="67856"/>
                </a:lnTo>
                <a:lnTo>
                  <a:pt x="268693" y="67932"/>
                </a:lnTo>
                <a:lnTo>
                  <a:pt x="268693" y="68554"/>
                </a:lnTo>
                <a:lnTo>
                  <a:pt x="268681" y="67932"/>
                </a:lnTo>
                <a:lnTo>
                  <a:pt x="267487" y="53987"/>
                </a:lnTo>
                <a:lnTo>
                  <a:pt x="263601" y="40678"/>
                </a:lnTo>
                <a:lnTo>
                  <a:pt x="257175" y="28384"/>
                </a:lnTo>
                <a:lnTo>
                  <a:pt x="248805" y="18034"/>
                </a:lnTo>
                <a:lnTo>
                  <a:pt x="248805" y="87845"/>
                </a:lnTo>
                <a:lnTo>
                  <a:pt x="246265" y="111048"/>
                </a:lnTo>
                <a:lnTo>
                  <a:pt x="237705" y="136105"/>
                </a:lnTo>
                <a:lnTo>
                  <a:pt x="223710" y="161836"/>
                </a:lnTo>
                <a:lnTo>
                  <a:pt x="204838" y="187096"/>
                </a:lnTo>
                <a:lnTo>
                  <a:pt x="199097" y="182727"/>
                </a:lnTo>
                <a:lnTo>
                  <a:pt x="175120" y="150787"/>
                </a:lnTo>
                <a:lnTo>
                  <a:pt x="173316" y="141681"/>
                </a:lnTo>
                <a:lnTo>
                  <a:pt x="173355" y="132308"/>
                </a:lnTo>
                <a:lnTo>
                  <a:pt x="205917" y="94183"/>
                </a:lnTo>
                <a:lnTo>
                  <a:pt x="248208" y="81292"/>
                </a:lnTo>
                <a:lnTo>
                  <a:pt x="248729" y="85623"/>
                </a:lnTo>
                <a:lnTo>
                  <a:pt x="248805" y="87845"/>
                </a:lnTo>
                <a:lnTo>
                  <a:pt x="248805" y="18034"/>
                </a:lnTo>
                <a:lnTo>
                  <a:pt x="248373" y="17487"/>
                </a:lnTo>
                <a:lnTo>
                  <a:pt x="246761" y="16332"/>
                </a:lnTo>
                <a:lnTo>
                  <a:pt x="246761" y="73393"/>
                </a:lnTo>
                <a:lnTo>
                  <a:pt x="204533" y="79006"/>
                </a:lnTo>
                <a:lnTo>
                  <a:pt x="148170" y="117233"/>
                </a:lnTo>
                <a:lnTo>
                  <a:pt x="137160" y="144360"/>
                </a:lnTo>
                <a:lnTo>
                  <a:pt x="137617" y="163791"/>
                </a:lnTo>
                <a:lnTo>
                  <a:pt x="144170" y="182829"/>
                </a:lnTo>
                <a:lnTo>
                  <a:pt x="156248" y="201015"/>
                </a:lnTo>
                <a:lnTo>
                  <a:pt x="173215" y="217881"/>
                </a:lnTo>
                <a:lnTo>
                  <a:pt x="152768" y="232460"/>
                </a:lnTo>
                <a:lnTo>
                  <a:pt x="132130" y="243522"/>
                </a:lnTo>
                <a:lnTo>
                  <a:pt x="112014" y="250634"/>
                </a:lnTo>
                <a:lnTo>
                  <a:pt x="93065" y="253428"/>
                </a:lnTo>
                <a:lnTo>
                  <a:pt x="84074" y="253250"/>
                </a:lnTo>
                <a:lnTo>
                  <a:pt x="50228" y="227520"/>
                </a:lnTo>
                <a:lnTo>
                  <a:pt x="47078" y="209956"/>
                </a:lnTo>
                <a:lnTo>
                  <a:pt x="50126" y="184658"/>
                </a:lnTo>
                <a:lnTo>
                  <a:pt x="76581" y="129311"/>
                </a:lnTo>
                <a:lnTo>
                  <a:pt x="124167" y="78727"/>
                </a:lnTo>
                <a:lnTo>
                  <a:pt x="177787" y="48958"/>
                </a:lnTo>
                <a:lnTo>
                  <a:pt x="202806" y="44373"/>
                </a:lnTo>
                <a:lnTo>
                  <a:pt x="211785" y="44564"/>
                </a:lnTo>
                <a:lnTo>
                  <a:pt x="245389" y="69748"/>
                </a:lnTo>
                <a:lnTo>
                  <a:pt x="246761" y="73393"/>
                </a:lnTo>
                <a:lnTo>
                  <a:pt x="246761" y="16332"/>
                </a:lnTo>
                <a:lnTo>
                  <a:pt x="236918" y="9258"/>
                </a:lnTo>
                <a:lnTo>
                  <a:pt x="224193" y="3505"/>
                </a:lnTo>
                <a:lnTo>
                  <a:pt x="210578" y="381"/>
                </a:lnTo>
                <a:lnTo>
                  <a:pt x="196481" y="0"/>
                </a:lnTo>
                <a:lnTo>
                  <a:pt x="163550" y="5651"/>
                </a:lnTo>
                <a:lnTo>
                  <a:pt x="95021" y="42291"/>
                </a:lnTo>
                <a:lnTo>
                  <a:pt x="63119" y="71285"/>
                </a:lnTo>
                <a:lnTo>
                  <a:pt x="36106" y="104889"/>
                </a:lnTo>
                <a:lnTo>
                  <a:pt x="16002" y="140296"/>
                </a:lnTo>
                <a:lnTo>
                  <a:pt x="0" y="208826"/>
                </a:lnTo>
                <a:lnTo>
                  <a:pt x="1181" y="222897"/>
                </a:lnTo>
                <a:lnTo>
                  <a:pt x="5080" y="236321"/>
                </a:lnTo>
                <a:lnTo>
                  <a:pt x="11557" y="248716"/>
                </a:lnTo>
                <a:lnTo>
                  <a:pt x="20434" y="259689"/>
                </a:lnTo>
                <a:lnTo>
                  <a:pt x="52476" y="275577"/>
                </a:lnTo>
                <a:lnTo>
                  <a:pt x="93294" y="274472"/>
                </a:lnTo>
                <a:lnTo>
                  <a:pt x="138633" y="257619"/>
                </a:lnTo>
                <a:lnTo>
                  <a:pt x="184226" y="226301"/>
                </a:lnTo>
                <a:lnTo>
                  <a:pt x="233857" y="251625"/>
                </a:lnTo>
                <a:lnTo>
                  <a:pt x="287845" y="264960"/>
                </a:lnTo>
                <a:lnTo>
                  <a:pt x="340448" y="267385"/>
                </a:lnTo>
                <a:lnTo>
                  <a:pt x="387540" y="259994"/>
                </a:lnTo>
                <a:lnTo>
                  <a:pt x="426148" y="244030"/>
                </a:lnTo>
                <a:lnTo>
                  <a:pt x="453313" y="220700"/>
                </a:lnTo>
                <a:lnTo>
                  <a:pt x="466077" y="191236"/>
                </a:lnTo>
                <a:lnTo>
                  <a:pt x="466178" y="177114"/>
                </a:lnTo>
                <a:close/>
              </a:path>
            </a:pathLst>
          </a:custGeom>
          <a:solidFill>
            <a:srgbClr val="AB0D1C"/>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172200" y="0"/>
            <a:ext cx="3886200" cy="7772400"/>
          </a:xfrm>
          <a:custGeom>
            <a:avLst/>
            <a:gdLst/>
            <a:ahLst/>
            <a:cxnLst/>
            <a:rect l="l" t="t" r="r" b="b"/>
            <a:pathLst>
              <a:path w="3886200" h="7772400">
                <a:moveTo>
                  <a:pt x="0" y="7772400"/>
                </a:moveTo>
                <a:lnTo>
                  <a:pt x="3886200" y="7772400"/>
                </a:lnTo>
                <a:lnTo>
                  <a:pt x="3886200" y="0"/>
                </a:lnTo>
                <a:lnTo>
                  <a:pt x="0" y="0"/>
                </a:lnTo>
                <a:lnTo>
                  <a:pt x="0" y="7772400"/>
                </a:lnTo>
                <a:close/>
              </a:path>
            </a:pathLst>
          </a:custGeom>
          <a:solidFill>
            <a:srgbClr val="ECE9E7"/>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6172200" cy="7772400"/>
          </a:xfrm>
          <a:prstGeom prst="rect">
            <a:avLst/>
          </a:prstGeom>
        </p:spPr>
      </p:pic>
      <p:sp>
        <p:nvSpPr>
          <p:cNvPr id="4" name="object 4"/>
          <p:cNvSpPr/>
          <p:nvPr/>
        </p:nvSpPr>
        <p:spPr>
          <a:xfrm>
            <a:off x="9120020" y="541690"/>
            <a:ext cx="104139" cy="127635"/>
          </a:xfrm>
          <a:custGeom>
            <a:avLst/>
            <a:gdLst/>
            <a:ahLst/>
            <a:cxnLst/>
            <a:rect l="l" t="t" r="r" b="b"/>
            <a:pathLst>
              <a:path w="104140" h="127634">
                <a:moveTo>
                  <a:pt x="52908" y="0"/>
                </a:moveTo>
                <a:lnTo>
                  <a:pt x="32143" y="4944"/>
                </a:lnTo>
                <a:lnTo>
                  <a:pt x="15349" y="18599"/>
                </a:lnTo>
                <a:lnTo>
                  <a:pt x="4111" y="39197"/>
                </a:lnTo>
                <a:lnTo>
                  <a:pt x="79" y="64554"/>
                </a:lnTo>
                <a:lnTo>
                  <a:pt x="0" y="64973"/>
                </a:lnTo>
                <a:lnTo>
                  <a:pt x="4054" y="90213"/>
                </a:lnTo>
                <a:lnTo>
                  <a:pt x="15414" y="109931"/>
                </a:lnTo>
                <a:lnTo>
                  <a:pt x="32875" y="122762"/>
                </a:lnTo>
                <a:lnTo>
                  <a:pt x="55232" y="127342"/>
                </a:lnTo>
                <a:lnTo>
                  <a:pt x="71241" y="125365"/>
                </a:lnTo>
                <a:lnTo>
                  <a:pt x="84223" y="119503"/>
                </a:lnTo>
                <a:lnTo>
                  <a:pt x="86055" y="117716"/>
                </a:lnTo>
                <a:lnTo>
                  <a:pt x="60693" y="117716"/>
                </a:lnTo>
                <a:lnTo>
                  <a:pt x="48031" y="114996"/>
                </a:lnTo>
                <a:lnTo>
                  <a:pt x="38973" y="106676"/>
                </a:lnTo>
                <a:lnTo>
                  <a:pt x="33529" y="92513"/>
                </a:lnTo>
                <a:lnTo>
                  <a:pt x="31711" y="72262"/>
                </a:lnTo>
                <a:lnTo>
                  <a:pt x="31711" y="64554"/>
                </a:lnTo>
                <a:lnTo>
                  <a:pt x="103670" y="64554"/>
                </a:lnTo>
                <a:lnTo>
                  <a:pt x="103670" y="61391"/>
                </a:lnTo>
                <a:lnTo>
                  <a:pt x="102657" y="54305"/>
                </a:lnTo>
                <a:lnTo>
                  <a:pt x="31902" y="54305"/>
                </a:lnTo>
                <a:lnTo>
                  <a:pt x="31952" y="49187"/>
                </a:lnTo>
                <a:lnTo>
                  <a:pt x="33144" y="31065"/>
                </a:lnTo>
                <a:lnTo>
                  <a:pt x="37003" y="17880"/>
                </a:lnTo>
                <a:lnTo>
                  <a:pt x="37050" y="17718"/>
                </a:lnTo>
                <a:lnTo>
                  <a:pt x="43814" y="9876"/>
                </a:lnTo>
                <a:lnTo>
                  <a:pt x="43563" y="9876"/>
                </a:lnTo>
                <a:lnTo>
                  <a:pt x="53924" y="7175"/>
                </a:lnTo>
                <a:lnTo>
                  <a:pt x="77394" y="7175"/>
                </a:lnTo>
                <a:lnTo>
                  <a:pt x="73875" y="4427"/>
                </a:lnTo>
                <a:lnTo>
                  <a:pt x="52908" y="0"/>
                </a:lnTo>
                <a:close/>
              </a:path>
              <a:path w="104140" h="127634">
                <a:moveTo>
                  <a:pt x="92125" y="92290"/>
                </a:moveTo>
                <a:lnTo>
                  <a:pt x="60693" y="117716"/>
                </a:lnTo>
                <a:lnTo>
                  <a:pt x="86055" y="117716"/>
                </a:lnTo>
                <a:lnTo>
                  <a:pt x="94037" y="109931"/>
                </a:lnTo>
                <a:lnTo>
                  <a:pt x="95712" y="106676"/>
                </a:lnTo>
                <a:lnTo>
                  <a:pt x="100812" y="96558"/>
                </a:lnTo>
                <a:lnTo>
                  <a:pt x="101396" y="94805"/>
                </a:lnTo>
                <a:lnTo>
                  <a:pt x="92125" y="92290"/>
                </a:lnTo>
                <a:close/>
              </a:path>
              <a:path w="104140" h="127634">
                <a:moveTo>
                  <a:pt x="77394" y="7175"/>
                </a:moveTo>
                <a:lnTo>
                  <a:pt x="53924" y="7175"/>
                </a:lnTo>
                <a:lnTo>
                  <a:pt x="62839" y="9876"/>
                </a:lnTo>
                <a:lnTo>
                  <a:pt x="69351" y="17880"/>
                </a:lnTo>
                <a:lnTo>
                  <a:pt x="73346" y="31065"/>
                </a:lnTo>
                <a:lnTo>
                  <a:pt x="74701" y="49187"/>
                </a:lnTo>
                <a:lnTo>
                  <a:pt x="74701" y="54305"/>
                </a:lnTo>
                <a:lnTo>
                  <a:pt x="102657" y="54305"/>
                </a:lnTo>
                <a:lnTo>
                  <a:pt x="100083" y="36304"/>
                </a:lnTo>
                <a:lnTo>
                  <a:pt x="89876" y="16922"/>
                </a:lnTo>
                <a:lnTo>
                  <a:pt x="77394" y="7175"/>
                </a:lnTo>
                <a:close/>
              </a:path>
            </a:pathLst>
          </a:custGeom>
          <a:solidFill>
            <a:srgbClr val="6A6360"/>
          </a:solidFill>
        </p:spPr>
        <p:txBody>
          <a:bodyPr wrap="square" lIns="0" tIns="0" rIns="0" bIns="0" rtlCol="0"/>
          <a:lstStyle/>
          <a:p>
            <a:endParaRPr/>
          </a:p>
        </p:txBody>
      </p:sp>
      <p:sp>
        <p:nvSpPr>
          <p:cNvPr id="5" name="object 5"/>
          <p:cNvSpPr/>
          <p:nvPr/>
        </p:nvSpPr>
        <p:spPr>
          <a:xfrm>
            <a:off x="9445652" y="501688"/>
            <a:ext cx="38735" cy="30480"/>
          </a:xfrm>
          <a:custGeom>
            <a:avLst/>
            <a:gdLst/>
            <a:ahLst/>
            <a:cxnLst/>
            <a:rect l="l" t="t" r="r" b="b"/>
            <a:pathLst>
              <a:path w="38734" h="30479">
                <a:moveTo>
                  <a:pt x="22969" y="0"/>
                </a:moveTo>
                <a:lnTo>
                  <a:pt x="15176" y="59"/>
                </a:lnTo>
                <a:lnTo>
                  <a:pt x="7556" y="1672"/>
                </a:lnTo>
                <a:lnTo>
                  <a:pt x="1600" y="7615"/>
                </a:lnTo>
                <a:lnTo>
                  <a:pt x="0" y="15235"/>
                </a:lnTo>
                <a:lnTo>
                  <a:pt x="3221" y="22371"/>
                </a:lnTo>
                <a:lnTo>
                  <a:pt x="8737" y="27535"/>
                </a:lnTo>
                <a:lnTo>
                  <a:pt x="15787" y="30251"/>
                </a:lnTo>
                <a:lnTo>
                  <a:pt x="23609" y="30044"/>
                </a:lnTo>
                <a:lnTo>
                  <a:pt x="30988" y="28354"/>
                </a:lnTo>
                <a:lnTo>
                  <a:pt x="36741" y="22601"/>
                </a:lnTo>
                <a:lnTo>
                  <a:pt x="38430" y="15235"/>
                </a:lnTo>
                <a:lnTo>
                  <a:pt x="35345" y="8072"/>
                </a:lnTo>
                <a:lnTo>
                  <a:pt x="29941" y="2832"/>
                </a:lnTo>
                <a:lnTo>
                  <a:pt x="22969" y="0"/>
                </a:lnTo>
                <a:close/>
              </a:path>
            </a:pathLst>
          </a:custGeom>
          <a:solidFill>
            <a:srgbClr val="6A6360"/>
          </a:solidFill>
        </p:spPr>
        <p:txBody>
          <a:bodyPr wrap="square" lIns="0" tIns="0" rIns="0" bIns="0" rtlCol="0"/>
          <a:lstStyle/>
          <a:p>
            <a:endParaRPr/>
          </a:p>
        </p:txBody>
      </p:sp>
      <p:sp>
        <p:nvSpPr>
          <p:cNvPr id="6" name="object 6"/>
          <p:cNvSpPr/>
          <p:nvPr/>
        </p:nvSpPr>
        <p:spPr>
          <a:xfrm>
            <a:off x="9067396" y="507071"/>
            <a:ext cx="56515" cy="160020"/>
          </a:xfrm>
          <a:custGeom>
            <a:avLst/>
            <a:gdLst/>
            <a:ahLst/>
            <a:cxnLst/>
            <a:rect l="l" t="t" r="r" b="b"/>
            <a:pathLst>
              <a:path w="56515" h="160020">
                <a:moveTo>
                  <a:pt x="38252" y="0"/>
                </a:moveTo>
                <a:lnTo>
                  <a:pt x="30302" y="0"/>
                </a:lnTo>
                <a:lnTo>
                  <a:pt x="8102" y="35293"/>
                </a:lnTo>
                <a:lnTo>
                  <a:pt x="0" y="35293"/>
                </a:lnTo>
                <a:lnTo>
                  <a:pt x="0" y="47218"/>
                </a:lnTo>
                <a:lnTo>
                  <a:pt x="8102" y="47218"/>
                </a:lnTo>
                <a:lnTo>
                  <a:pt x="8102" y="120611"/>
                </a:lnTo>
                <a:lnTo>
                  <a:pt x="9121" y="137191"/>
                </a:lnTo>
                <a:lnTo>
                  <a:pt x="13155" y="149348"/>
                </a:lnTo>
                <a:lnTo>
                  <a:pt x="21673" y="156891"/>
                </a:lnTo>
                <a:lnTo>
                  <a:pt x="36258" y="159740"/>
                </a:lnTo>
                <a:lnTo>
                  <a:pt x="56311" y="159740"/>
                </a:lnTo>
                <a:lnTo>
                  <a:pt x="56311" y="147421"/>
                </a:lnTo>
                <a:lnTo>
                  <a:pt x="45859" y="147421"/>
                </a:lnTo>
                <a:lnTo>
                  <a:pt x="41122" y="147002"/>
                </a:lnTo>
                <a:lnTo>
                  <a:pt x="38226" y="143560"/>
                </a:lnTo>
                <a:lnTo>
                  <a:pt x="38226" y="47142"/>
                </a:lnTo>
                <a:lnTo>
                  <a:pt x="55841" y="47142"/>
                </a:lnTo>
                <a:lnTo>
                  <a:pt x="55841" y="35191"/>
                </a:lnTo>
                <a:lnTo>
                  <a:pt x="38252" y="35191"/>
                </a:lnTo>
                <a:lnTo>
                  <a:pt x="38252" y="0"/>
                </a:lnTo>
                <a:close/>
              </a:path>
            </a:pathLst>
          </a:custGeom>
          <a:solidFill>
            <a:srgbClr val="6A6360"/>
          </a:solidFill>
        </p:spPr>
        <p:txBody>
          <a:bodyPr wrap="square" lIns="0" tIns="0" rIns="0" bIns="0" rtlCol="0"/>
          <a:lstStyle/>
          <a:p>
            <a:endParaRPr/>
          </a:p>
        </p:txBody>
      </p:sp>
      <p:sp>
        <p:nvSpPr>
          <p:cNvPr id="7" name="object 7"/>
          <p:cNvSpPr/>
          <p:nvPr/>
        </p:nvSpPr>
        <p:spPr>
          <a:xfrm>
            <a:off x="9499904" y="539752"/>
            <a:ext cx="94615" cy="130175"/>
          </a:xfrm>
          <a:custGeom>
            <a:avLst/>
            <a:gdLst/>
            <a:ahLst/>
            <a:cxnLst/>
            <a:rect l="l" t="t" r="r" b="b"/>
            <a:pathLst>
              <a:path w="94615" h="130175">
                <a:moveTo>
                  <a:pt x="39382" y="0"/>
                </a:moveTo>
                <a:lnTo>
                  <a:pt x="24231" y="2614"/>
                </a:lnTo>
                <a:lnTo>
                  <a:pt x="11703" y="9485"/>
                </a:lnTo>
                <a:lnTo>
                  <a:pt x="3174" y="19839"/>
                </a:lnTo>
                <a:lnTo>
                  <a:pt x="0" y="32931"/>
                </a:lnTo>
                <a:lnTo>
                  <a:pt x="2837" y="47954"/>
                </a:lnTo>
                <a:lnTo>
                  <a:pt x="10736" y="59324"/>
                </a:lnTo>
                <a:lnTo>
                  <a:pt x="22776" y="68328"/>
                </a:lnTo>
                <a:lnTo>
                  <a:pt x="38036" y="76250"/>
                </a:lnTo>
                <a:lnTo>
                  <a:pt x="55267" y="84723"/>
                </a:lnTo>
                <a:lnTo>
                  <a:pt x="63668" y="90268"/>
                </a:lnTo>
                <a:lnTo>
                  <a:pt x="68635" y="96056"/>
                </a:lnTo>
                <a:lnTo>
                  <a:pt x="70269" y="102768"/>
                </a:lnTo>
                <a:lnTo>
                  <a:pt x="68807" y="109824"/>
                </a:lnTo>
                <a:lnTo>
                  <a:pt x="64887" y="115576"/>
                </a:lnTo>
                <a:lnTo>
                  <a:pt x="59096" y="119441"/>
                </a:lnTo>
                <a:lnTo>
                  <a:pt x="50774" y="120789"/>
                </a:lnTo>
                <a:lnTo>
                  <a:pt x="38702" y="118626"/>
                </a:lnTo>
                <a:lnTo>
                  <a:pt x="26712" y="112495"/>
                </a:lnTo>
                <a:lnTo>
                  <a:pt x="17140" y="102932"/>
                </a:lnTo>
                <a:lnTo>
                  <a:pt x="12319" y="90474"/>
                </a:lnTo>
                <a:lnTo>
                  <a:pt x="1104" y="90474"/>
                </a:lnTo>
                <a:lnTo>
                  <a:pt x="1320" y="126809"/>
                </a:lnTo>
                <a:lnTo>
                  <a:pt x="13055" y="126809"/>
                </a:lnTo>
                <a:lnTo>
                  <a:pt x="13055" y="121754"/>
                </a:lnTo>
                <a:lnTo>
                  <a:pt x="14300" y="121259"/>
                </a:lnTo>
                <a:lnTo>
                  <a:pt x="15989" y="121259"/>
                </a:lnTo>
                <a:lnTo>
                  <a:pt x="18821" y="121780"/>
                </a:lnTo>
                <a:lnTo>
                  <a:pt x="21501" y="122923"/>
                </a:lnTo>
                <a:lnTo>
                  <a:pt x="23850" y="124586"/>
                </a:lnTo>
                <a:lnTo>
                  <a:pt x="30575" y="127201"/>
                </a:lnTo>
                <a:lnTo>
                  <a:pt x="37547" y="128935"/>
                </a:lnTo>
                <a:lnTo>
                  <a:pt x="44681" y="129771"/>
                </a:lnTo>
                <a:lnTo>
                  <a:pt x="51892" y="129692"/>
                </a:lnTo>
                <a:lnTo>
                  <a:pt x="68208" y="126809"/>
                </a:lnTo>
                <a:lnTo>
                  <a:pt x="81703" y="118967"/>
                </a:lnTo>
                <a:lnTo>
                  <a:pt x="90891" y="107371"/>
                </a:lnTo>
                <a:lnTo>
                  <a:pt x="94284" y="93230"/>
                </a:lnTo>
                <a:lnTo>
                  <a:pt x="91191" y="77071"/>
                </a:lnTo>
                <a:lnTo>
                  <a:pt x="82275" y="64762"/>
                </a:lnTo>
                <a:lnTo>
                  <a:pt x="68079" y="54745"/>
                </a:lnTo>
                <a:lnTo>
                  <a:pt x="49149" y="45465"/>
                </a:lnTo>
                <a:lnTo>
                  <a:pt x="37835" y="40264"/>
                </a:lnTo>
                <a:lnTo>
                  <a:pt x="29525" y="35572"/>
                </a:lnTo>
                <a:lnTo>
                  <a:pt x="24404" y="30785"/>
                </a:lnTo>
                <a:lnTo>
                  <a:pt x="22656" y="25298"/>
                </a:lnTo>
                <a:lnTo>
                  <a:pt x="23380" y="15849"/>
                </a:lnTo>
                <a:lnTo>
                  <a:pt x="31597" y="8762"/>
                </a:lnTo>
                <a:lnTo>
                  <a:pt x="41046" y="9436"/>
                </a:lnTo>
                <a:lnTo>
                  <a:pt x="52904" y="11548"/>
                </a:lnTo>
                <a:lnTo>
                  <a:pt x="63250" y="17137"/>
                </a:lnTo>
                <a:lnTo>
                  <a:pt x="71366" y="25647"/>
                </a:lnTo>
                <a:lnTo>
                  <a:pt x="76530" y="36525"/>
                </a:lnTo>
                <a:lnTo>
                  <a:pt x="87236" y="36194"/>
                </a:lnTo>
                <a:lnTo>
                  <a:pt x="87350" y="2197"/>
                </a:lnTo>
                <a:lnTo>
                  <a:pt x="75831" y="2197"/>
                </a:lnTo>
                <a:lnTo>
                  <a:pt x="75831" y="7124"/>
                </a:lnTo>
                <a:lnTo>
                  <a:pt x="75311" y="7734"/>
                </a:lnTo>
                <a:lnTo>
                  <a:pt x="73304" y="7734"/>
                </a:lnTo>
                <a:lnTo>
                  <a:pt x="70434" y="7073"/>
                </a:lnTo>
                <a:lnTo>
                  <a:pt x="67665" y="6007"/>
                </a:lnTo>
                <a:lnTo>
                  <a:pt x="65100" y="4546"/>
                </a:lnTo>
                <a:lnTo>
                  <a:pt x="58867" y="2428"/>
                </a:lnTo>
                <a:lnTo>
                  <a:pt x="52470" y="958"/>
                </a:lnTo>
                <a:lnTo>
                  <a:pt x="45958" y="146"/>
                </a:lnTo>
                <a:lnTo>
                  <a:pt x="39382" y="0"/>
                </a:lnTo>
                <a:close/>
              </a:path>
            </a:pathLst>
          </a:custGeom>
          <a:solidFill>
            <a:srgbClr val="6A6360"/>
          </a:solidFill>
        </p:spPr>
        <p:txBody>
          <a:bodyPr wrap="square" lIns="0" tIns="0" rIns="0" bIns="0" rtlCol="0"/>
          <a:lstStyle/>
          <a:p>
            <a:endParaRPr/>
          </a:p>
        </p:txBody>
      </p:sp>
      <p:sp>
        <p:nvSpPr>
          <p:cNvPr id="8" name="object 8"/>
          <p:cNvSpPr/>
          <p:nvPr/>
        </p:nvSpPr>
        <p:spPr>
          <a:xfrm>
            <a:off x="9230804" y="541771"/>
            <a:ext cx="114935" cy="189230"/>
          </a:xfrm>
          <a:custGeom>
            <a:avLst/>
            <a:gdLst/>
            <a:ahLst/>
            <a:cxnLst/>
            <a:rect l="l" t="t" r="r" b="b"/>
            <a:pathLst>
              <a:path w="114934" h="189229">
                <a:moveTo>
                  <a:pt x="102808" y="115023"/>
                </a:moveTo>
                <a:lnTo>
                  <a:pt x="74015" y="115023"/>
                </a:lnTo>
                <a:lnTo>
                  <a:pt x="74073" y="116814"/>
                </a:lnTo>
                <a:lnTo>
                  <a:pt x="74174" y="120201"/>
                </a:lnTo>
                <a:lnTo>
                  <a:pt x="74006" y="122184"/>
                </a:lnTo>
                <a:lnTo>
                  <a:pt x="73901" y="123431"/>
                </a:lnTo>
                <a:lnTo>
                  <a:pt x="72832" y="133128"/>
                </a:lnTo>
                <a:lnTo>
                  <a:pt x="52338" y="167605"/>
                </a:lnTo>
                <a:lnTo>
                  <a:pt x="19443" y="179158"/>
                </a:lnTo>
                <a:lnTo>
                  <a:pt x="19392" y="189026"/>
                </a:lnTo>
                <a:lnTo>
                  <a:pt x="70501" y="176457"/>
                </a:lnTo>
                <a:lnTo>
                  <a:pt x="98520" y="139807"/>
                </a:lnTo>
                <a:lnTo>
                  <a:pt x="102716" y="116814"/>
                </a:lnTo>
                <a:lnTo>
                  <a:pt x="102808" y="115023"/>
                </a:lnTo>
                <a:close/>
              </a:path>
              <a:path w="114934" h="189229">
                <a:moveTo>
                  <a:pt x="43827" y="0"/>
                </a:moveTo>
                <a:lnTo>
                  <a:pt x="26227" y="5026"/>
                </a:lnTo>
                <a:lnTo>
                  <a:pt x="26498" y="5026"/>
                </a:lnTo>
                <a:lnTo>
                  <a:pt x="12698" y="18402"/>
                </a:lnTo>
                <a:lnTo>
                  <a:pt x="3392" y="38565"/>
                </a:lnTo>
                <a:lnTo>
                  <a:pt x="0" y="63512"/>
                </a:lnTo>
                <a:lnTo>
                  <a:pt x="3518" y="89137"/>
                </a:lnTo>
                <a:lnTo>
                  <a:pt x="13377" y="109156"/>
                </a:lnTo>
                <a:lnTo>
                  <a:pt x="28530" y="122184"/>
                </a:lnTo>
                <a:lnTo>
                  <a:pt x="47929" y="126834"/>
                </a:lnTo>
                <a:lnTo>
                  <a:pt x="55357" y="126228"/>
                </a:lnTo>
                <a:lnTo>
                  <a:pt x="62358" y="123977"/>
                </a:lnTo>
                <a:lnTo>
                  <a:pt x="68666" y="120201"/>
                </a:lnTo>
                <a:lnTo>
                  <a:pt x="72165" y="116814"/>
                </a:lnTo>
                <a:lnTo>
                  <a:pt x="52630" y="116814"/>
                </a:lnTo>
                <a:lnTo>
                  <a:pt x="42879" y="113698"/>
                </a:lnTo>
                <a:lnTo>
                  <a:pt x="36336" y="103833"/>
                </a:lnTo>
                <a:lnTo>
                  <a:pt x="32643" y="86374"/>
                </a:lnTo>
                <a:lnTo>
                  <a:pt x="31483" y="60490"/>
                </a:lnTo>
                <a:lnTo>
                  <a:pt x="32702" y="39246"/>
                </a:lnTo>
                <a:lnTo>
                  <a:pt x="36347" y="24023"/>
                </a:lnTo>
                <a:lnTo>
                  <a:pt x="42402" y="14861"/>
                </a:lnTo>
                <a:lnTo>
                  <a:pt x="50850" y="11798"/>
                </a:lnTo>
                <a:lnTo>
                  <a:pt x="70390" y="11798"/>
                </a:lnTo>
                <a:lnTo>
                  <a:pt x="69534" y="10719"/>
                </a:lnTo>
                <a:lnTo>
                  <a:pt x="62010" y="5026"/>
                </a:lnTo>
                <a:lnTo>
                  <a:pt x="53311" y="1375"/>
                </a:lnTo>
                <a:lnTo>
                  <a:pt x="43827" y="0"/>
                </a:lnTo>
                <a:close/>
              </a:path>
              <a:path w="114934" h="189229">
                <a:moveTo>
                  <a:pt x="70390" y="11798"/>
                </a:moveTo>
                <a:lnTo>
                  <a:pt x="50850" y="11798"/>
                </a:lnTo>
                <a:lnTo>
                  <a:pt x="59320" y="14315"/>
                </a:lnTo>
                <a:lnTo>
                  <a:pt x="66735" y="21791"/>
                </a:lnTo>
                <a:lnTo>
                  <a:pt x="71992" y="34113"/>
                </a:lnTo>
                <a:lnTo>
                  <a:pt x="73990" y="51168"/>
                </a:lnTo>
                <a:lnTo>
                  <a:pt x="73990" y="79832"/>
                </a:lnTo>
                <a:lnTo>
                  <a:pt x="72532" y="95372"/>
                </a:lnTo>
                <a:lnTo>
                  <a:pt x="68316" y="107000"/>
                </a:lnTo>
                <a:lnTo>
                  <a:pt x="61581" y="114290"/>
                </a:lnTo>
                <a:lnTo>
                  <a:pt x="52565" y="116814"/>
                </a:lnTo>
                <a:lnTo>
                  <a:pt x="72165" y="116814"/>
                </a:lnTo>
                <a:lnTo>
                  <a:pt x="74015" y="115023"/>
                </a:lnTo>
                <a:lnTo>
                  <a:pt x="102808" y="115023"/>
                </a:lnTo>
                <a:lnTo>
                  <a:pt x="103109" y="109156"/>
                </a:lnTo>
                <a:lnTo>
                  <a:pt x="103062" y="18224"/>
                </a:lnTo>
                <a:lnTo>
                  <a:pt x="75488" y="18224"/>
                </a:lnTo>
                <a:lnTo>
                  <a:pt x="70390" y="11798"/>
                </a:lnTo>
                <a:close/>
              </a:path>
              <a:path w="114934" h="189229">
                <a:moveTo>
                  <a:pt x="114490" y="520"/>
                </a:moveTo>
                <a:lnTo>
                  <a:pt x="75488" y="520"/>
                </a:lnTo>
                <a:lnTo>
                  <a:pt x="75488" y="18224"/>
                </a:lnTo>
                <a:lnTo>
                  <a:pt x="103062" y="18224"/>
                </a:lnTo>
                <a:lnTo>
                  <a:pt x="103060" y="15125"/>
                </a:lnTo>
                <a:lnTo>
                  <a:pt x="105219" y="12992"/>
                </a:lnTo>
                <a:lnTo>
                  <a:pt x="106502" y="12560"/>
                </a:lnTo>
                <a:lnTo>
                  <a:pt x="114490" y="12560"/>
                </a:lnTo>
                <a:lnTo>
                  <a:pt x="114490" y="520"/>
                </a:lnTo>
                <a:close/>
              </a:path>
            </a:pathLst>
          </a:custGeom>
          <a:solidFill>
            <a:srgbClr val="6A6360"/>
          </a:solidFill>
        </p:spPr>
        <p:txBody>
          <a:bodyPr wrap="square" lIns="0" tIns="0" rIns="0" bIns="0" rtlCol="0"/>
          <a:lstStyle/>
          <a:p>
            <a:endParaRPr/>
          </a:p>
        </p:txBody>
      </p:sp>
      <p:sp>
        <p:nvSpPr>
          <p:cNvPr id="9" name="object 9"/>
          <p:cNvSpPr/>
          <p:nvPr/>
        </p:nvSpPr>
        <p:spPr>
          <a:xfrm>
            <a:off x="9441563" y="542276"/>
            <a:ext cx="53340" cy="124460"/>
          </a:xfrm>
          <a:custGeom>
            <a:avLst/>
            <a:gdLst/>
            <a:ahLst/>
            <a:cxnLst/>
            <a:rect l="l" t="t" r="r" b="b"/>
            <a:pathLst>
              <a:path w="53340" h="124459">
                <a:moveTo>
                  <a:pt x="41744" y="0"/>
                </a:moveTo>
                <a:lnTo>
                  <a:pt x="0" y="0"/>
                </a:lnTo>
                <a:lnTo>
                  <a:pt x="0" y="12014"/>
                </a:lnTo>
                <a:lnTo>
                  <a:pt x="7975" y="12014"/>
                </a:lnTo>
                <a:lnTo>
                  <a:pt x="9283" y="12458"/>
                </a:lnTo>
                <a:lnTo>
                  <a:pt x="11455" y="14630"/>
                </a:lnTo>
                <a:lnTo>
                  <a:pt x="11366" y="124358"/>
                </a:lnTo>
                <a:lnTo>
                  <a:pt x="53289" y="124294"/>
                </a:lnTo>
                <a:lnTo>
                  <a:pt x="53251" y="112280"/>
                </a:lnTo>
                <a:lnTo>
                  <a:pt x="45262" y="112280"/>
                </a:lnTo>
                <a:lnTo>
                  <a:pt x="43954" y="111836"/>
                </a:lnTo>
                <a:lnTo>
                  <a:pt x="41795" y="109651"/>
                </a:lnTo>
                <a:lnTo>
                  <a:pt x="41744" y="0"/>
                </a:lnTo>
                <a:close/>
              </a:path>
            </a:pathLst>
          </a:custGeom>
          <a:solidFill>
            <a:srgbClr val="6A6360"/>
          </a:solidFill>
        </p:spPr>
        <p:txBody>
          <a:bodyPr wrap="square" lIns="0" tIns="0" rIns="0" bIns="0" rtlCol="0"/>
          <a:lstStyle/>
          <a:p>
            <a:endParaRPr/>
          </a:p>
        </p:txBody>
      </p:sp>
      <p:sp>
        <p:nvSpPr>
          <p:cNvPr id="10" name="object 10"/>
          <p:cNvSpPr/>
          <p:nvPr/>
        </p:nvSpPr>
        <p:spPr>
          <a:xfrm>
            <a:off x="8832050" y="483628"/>
            <a:ext cx="238125" cy="183515"/>
          </a:xfrm>
          <a:custGeom>
            <a:avLst/>
            <a:gdLst/>
            <a:ahLst/>
            <a:cxnLst/>
            <a:rect l="l" t="t" r="r" b="b"/>
            <a:pathLst>
              <a:path w="238125" h="183515">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238125" h="183515">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Lst>
          </a:custGeom>
          <a:solidFill>
            <a:srgbClr val="6A6360"/>
          </a:solidFill>
        </p:spPr>
        <p:txBody>
          <a:bodyPr wrap="square" lIns="0" tIns="0" rIns="0" bIns="0" rtlCol="0"/>
          <a:lstStyle/>
          <a:p>
            <a:endParaRPr/>
          </a:p>
        </p:txBody>
      </p:sp>
      <p:sp>
        <p:nvSpPr>
          <p:cNvPr id="11" name="object 11"/>
          <p:cNvSpPr/>
          <p:nvPr/>
        </p:nvSpPr>
        <p:spPr>
          <a:xfrm>
            <a:off x="9350706" y="540779"/>
            <a:ext cx="87630" cy="126364"/>
          </a:xfrm>
          <a:custGeom>
            <a:avLst/>
            <a:gdLst/>
            <a:ahLst/>
            <a:cxnLst/>
            <a:rect l="l" t="t" r="r" b="b"/>
            <a:pathLst>
              <a:path w="87629" h="126365">
                <a:moveTo>
                  <a:pt x="68491" y="12"/>
                </a:moveTo>
                <a:lnTo>
                  <a:pt x="60440" y="1706"/>
                </a:lnTo>
                <a:lnTo>
                  <a:pt x="52714" y="6770"/>
                </a:lnTo>
                <a:lnTo>
                  <a:pt x="45802" y="15180"/>
                </a:lnTo>
                <a:lnTo>
                  <a:pt x="40081" y="27165"/>
                </a:lnTo>
                <a:lnTo>
                  <a:pt x="40081" y="1460"/>
                </a:lnTo>
                <a:lnTo>
                  <a:pt x="0" y="1460"/>
                </a:lnTo>
                <a:lnTo>
                  <a:pt x="0" y="13500"/>
                </a:lnTo>
                <a:lnTo>
                  <a:pt x="7988" y="13500"/>
                </a:lnTo>
                <a:lnTo>
                  <a:pt x="9283" y="13957"/>
                </a:lnTo>
                <a:lnTo>
                  <a:pt x="11391" y="16128"/>
                </a:lnTo>
                <a:lnTo>
                  <a:pt x="11277" y="125793"/>
                </a:lnTo>
                <a:lnTo>
                  <a:pt x="53314" y="125793"/>
                </a:lnTo>
                <a:lnTo>
                  <a:pt x="53314" y="113779"/>
                </a:lnTo>
                <a:lnTo>
                  <a:pt x="45300" y="113779"/>
                </a:lnTo>
                <a:lnTo>
                  <a:pt x="43992" y="113322"/>
                </a:lnTo>
                <a:lnTo>
                  <a:pt x="41833" y="111150"/>
                </a:lnTo>
                <a:lnTo>
                  <a:pt x="41922" y="58966"/>
                </a:lnTo>
                <a:lnTo>
                  <a:pt x="42994" y="42552"/>
                </a:lnTo>
                <a:lnTo>
                  <a:pt x="45735" y="30810"/>
                </a:lnTo>
                <a:lnTo>
                  <a:pt x="49434" y="23754"/>
                </a:lnTo>
                <a:lnTo>
                  <a:pt x="53378" y="21399"/>
                </a:lnTo>
                <a:lnTo>
                  <a:pt x="55676" y="21399"/>
                </a:lnTo>
                <a:lnTo>
                  <a:pt x="55486" y="24079"/>
                </a:lnTo>
                <a:lnTo>
                  <a:pt x="59169" y="34594"/>
                </a:lnTo>
                <a:lnTo>
                  <a:pt x="64770" y="38442"/>
                </a:lnTo>
                <a:lnTo>
                  <a:pt x="81178" y="38303"/>
                </a:lnTo>
                <a:lnTo>
                  <a:pt x="87223" y="31394"/>
                </a:lnTo>
                <a:lnTo>
                  <a:pt x="87223" y="19367"/>
                </a:lnTo>
                <a:lnTo>
                  <a:pt x="85898" y="11965"/>
                </a:lnTo>
                <a:lnTo>
                  <a:pt x="81976" y="5856"/>
                </a:lnTo>
                <a:lnTo>
                  <a:pt x="76052" y="1663"/>
                </a:lnTo>
                <a:lnTo>
                  <a:pt x="68491" y="0"/>
                </a:lnTo>
                <a:close/>
              </a:path>
            </a:pathLst>
          </a:custGeom>
          <a:solidFill>
            <a:srgbClr val="6A6360"/>
          </a:solidFill>
        </p:spPr>
        <p:txBody>
          <a:bodyPr wrap="square" lIns="0" tIns="0" rIns="0" bIns="0" rtlCol="0"/>
          <a:lstStyle/>
          <a:p>
            <a:endParaRPr/>
          </a:p>
        </p:txBody>
      </p:sp>
      <p:pic>
        <p:nvPicPr>
          <p:cNvPr id="12" name="object 12"/>
          <p:cNvPicPr/>
          <p:nvPr/>
        </p:nvPicPr>
        <p:blipFill>
          <a:blip r:embed="rId3" cstate="print"/>
          <a:stretch>
            <a:fillRect/>
          </a:stretch>
        </p:blipFill>
        <p:spPr>
          <a:xfrm>
            <a:off x="8465248" y="464343"/>
            <a:ext cx="332985" cy="196840"/>
          </a:xfrm>
          <a:prstGeom prst="rect">
            <a:avLst/>
          </a:prstGeom>
        </p:spPr>
      </p:pic>
      <p:sp>
        <p:nvSpPr>
          <p:cNvPr id="13" name="object 13"/>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14" name="object 14"/>
          <p:cNvSpPr/>
          <p:nvPr/>
        </p:nvSpPr>
        <p:spPr>
          <a:xfrm>
            <a:off x="0" y="7429501"/>
            <a:ext cx="914400" cy="0"/>
          </a:xfrm>
          <a:custGeom>
            <a:avLst/>
            <a:gdLst/>
            <a:ahLst/>
            <a:cxnLst/>
            <a:rect l="l" t="t" r="r" b="b"/>
            <a:pathLst>
              <a:path w="914400">
                <a:moveTo>
                  <a:pt x="0" y="0"/>
                </a:moveTo>
                <a:lnTo>
                  <a:pt x="914400" y="0"/>
                </a:lnTo>
              </a:path>
            </a:pathLst>
          </a:custGeom>
          <a:ln w="9525">
            <a:solidFill>
              <a:srgbClr val="FFFFFF"/>
            </a:solidFill>
          </a:ln>
        </p:spPr>
        <p:txBody>
          <a:bodyPr wrap="square" lIns="0" tIns="0" rIns="0" bIns="0" rtlCol="0"/>
          <a:lstStyle/>
          <a:p>
            <a:endParaRPr/>
          </a:p>
        </p:txBody>
      </p:sp>
      <p:sp>
        <p:nvSpPr>
          <p:cNvPr id="15" name="object 15"/>
          <p:cNvSpPr/>
          <p:nvPr/>
        </p:nvSpPr>
        <p:spPr>
          <a:xfrm>
            <a:off x="2286000" y="7429501"/>
            <a:ext cx="5657850" cy="0"/>
          </a:xfrm>
          <a:custGeom>
            <a:avLst/>
            <a:gdLst/>
            <a:ahLst/>
            <a:cxnLst/>
            <a:rect l="l" t="t" r="r" b="b"/>
            <a:pathLst>
              <a:path w="5657850">
                <a:moveTo>
                  <a:pt x="0" y="0"/>
                </a:moveTo>
                <a:lnTo>
                  <a:pt x="5657850" y="0"/>
                </a:lnTo>
              </a:path>
            </a:pathLst>
          </a:custGeom>
          <a:ln w="9525">
            <a:solidFill>
              <a:srgbClr val="000000"/>
            </a:solidFill>
          </a:ln>
        </p:spPr>
        <p:txBody>
          <a:bodyPr wrap="square" lIns="0" tIns="0" rIns="0" bIns="0" rtlCol="0"/>
          <a:lstStyle/>
          <a:p>
            <a:endParaRPr/>
          </a:p>
        </p:txBody>
      </p:sp>
      <p:sp>
        <p:nvSpPr>
          <p:cNvPr id="16" name="object 1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17" name="object 17" descr="$PPTXTitle"/>
          <p:cNvSpPr txBox="1">
            <a:spLocks noGrp="1"/>
          </p:cNvSpPr>
          <p:nvPr>
            <p:ph type="title"/>
          </p:nvPr>
        </p:nvSpPr>
        <p:spPr>
          <a:xfrm>
            <a:off x="6304855" y="1645550"/>
            <a:ext cx="2629886"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TABLE OF CONTENTS</a:t>
            </a:r>
            <a:endParaRPr sz="2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9" name="object 19"/>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0" name="object 20"/>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a:t>
            </a:r>
          </a:p>
        </p:txBody>
      </p:sp>
      <p:sp>
        <p:nvSpPr>
          <p:cNvPr id="18" name="object 18"/>
          <p:cNvSpPr txBox="1"/>
          <p:nvPr/>
        </p:nvSpPr>
        <p:spPr>
          <a:xfrm>
            <a:off x="6275920" y="2302291"/>
            <a:ext cx="3414839" cy="1381212"/>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Introduction</a:t>
            </a:r>
            <a:r>
              <a:rPr sz="12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 </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to</a:t>
            </a:r>
            <a:r>
              <a:rPr sz="12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the</a:t>
            </a:r>
            <a:r>
              <a:rPr sz="12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 </a:t>
            </a: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Great</a:t>
            </a:r>
            <a:r>
              <a:rPr sz="12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Leader</a:t>
            </a:r>
            <a:r>
              <a:rPr sz="12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 </a:t>
            </a:r>
            <a:r>
              <a:rPr sz="12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Profile</a:t>
            </a:r>
            <a:r>
              <a:rPr sz="1200" spc="-19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 </a:t>
            </a:r>
            <a:r>
              <a:rPr sz="12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a:t>
            </a:r>
            <a:r>
              <a:rPr lang="en-US" sz="12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a:t>
            </a:r>
            <a:r>
              <a:rPr sz="12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4" action="ppaction://hlinksldjump"/>
              </a:rPr>
              <a:t>................2</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12700">
              <a:lnSpc>
                <a:spcPct val="100000"/>
              </a:lnSpc>
              <a:spcBef>
                <a:spcPts val="900"/>
              </a:spcBef>
            </a:pP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Great</a:t>
            </a:r>
            <a:r>
              <a:rPr sz="12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Leader</a:t>
            </a:r>
            <a:r>
              <a:rPr sz="12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 </a:t>
            </a:r>
            <a:r>
              <a:rPr sz="12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Profile</a:t>
            </a:r>
            <a:r>
              <a:rPr sz="1200" spc="-1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 </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a:t>
            </a:r>
            <a:r>
              <a:rPr lang="en-US"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5" action="ppaction://hlinksldjump"/>
              </a:rPr>
              <a:t>................3</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12700">
              <a:lnSpc>
                <a:spcPct val="100000"/>
              </a:lnSpc>
              <a:spcBef>
                <a:spcPts val="900"/>
              </a:spcBef>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PACE</a:t>
            </a:r>
            <a:r>
              <a:rPr sz="12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 </a:t>
            </a: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Values</a:t>
            </a:r>
            <a:r>
              <a:rPr sz="12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 </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a:t>
            </a:r>
            <a:r>
              <a:rPr lang="en-US"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6" action="ppaction://hlinksldjump"/>
              </a:rPr>
              <a:t>.......4</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12700" marR="5080">
              <a:lnSpc>
                <a:spcPct val="168200"/>
              </a:lnSpc>
            </a:pP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Great</a:t>
            </a:r>
            <a:r>
              <a:rPr sz="12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Leader</a:t>
            </a:r>
            <a:r>
              <a:rPr sz="12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 </a:t>
            </a:r>
            <a:r>
              <a:rPr sz="12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Profile</a:t>
            </a:r>
            <a:r>
              <a:rPr sz="12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 </a:t>
            </a: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Characteristics</a:t>
            </a:r>
            <a:r>
              <a:rPr sz="12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 </a:t>
            </a: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&amp;</a:t>
            </a:r>
            <a:r>
              <a:rPr sz="12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Behaviors</a:t>
            </a:r>
            <a:r>
              <a:rPr sz="1200" spc="-1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 </a:t>
            </a: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7" action="ppaction://hlinksldjump"/>
              </a:rPr>
              <a:t>............5</a:t>
            </a: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2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Great</a:t>
            </a:r>
            <a:r>
              <a:rPr sz="12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Leader</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 </a:t>
            </a:r>
            <a:r>
              <a:rPr sz="12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Playbook</a:t>
            </a:r>
            <a:r>
              <a:rPr sz="1200" spc="-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 </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a:t>
            </a:r>
            <a:r>
              <a:rPr lang="en-US"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a:t>
            </a:r>
            <a:r>
              <a:rPr sz="12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hlinkClick r:id="rId8" action="ppaction://hlinksldjump"/>
              </a:rPr>
              <a:t>.....13</a:t>
            </a:r>
            <a:endParaRPr sz="1200" dirty="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172200" y="0"/>
            <a:ext cx="3886200" cy="7772400"/>
          </a:xfrm>
          <a:custGeom>
            <a:avLst/>
            <a:gdLst/>
            <a:ahLst/>
            <a:cxnLst/>
            <a:rect l="l" t="t" r="r" b="b"/>
            <a:pathLst>
              <a:path w="3886200" h="7772400">
                <a:moveTo>
                  <a:pt x="0" y="7772400"/>
                </a:moveTo>
                <a:lnTo>
                  <a:pt x="3886200" y="7772400"/>
                </a:lnTo>
                <a:lnTo>
                  <a:pt x="3886200" y="0"/>
                </a:lnTo>
                <a:lnTo>
                  <a:pt x="0" y="0"/>
                </a:lnTo>
                <a:lnTo>
                  <a:pt x="0" y="7772400"/>
                </a:lnTo>
                <a:close/>
              </a:path>
            </a:pathLst>
          </a:custGeom>
          <a:solidFill>
            <a:srgbClr val="ECE9E7"/>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6172200" cy="7772400"/>
          </a:xfrm>
          <a:prstGeom prst="rect">
            <a:avLst/>
          </a:prstGeom>
        </p:spPr>
      </p:pic>
      <p:sp>
        <p:nvSpPr>
          <p:cNvPr id="4" name="object 4" descr="$PPTXTitle"/>
          <p:cNvSpPr txBox="1">
            <a:spLocks noGrp="1"/>
          </p:cNvSpPr>
          <p:nvPr>
            <p:ph type="title"/>
          </p:nvPr>
        </p:nvSpPr>
        <p:spPr>
          <a:xfrm>
            <a:off x="6414452" y="1759497"/>
            <a:ext cx="3401695" cy="756920"/>
          </a:xfrm>
          <a:prstGeom prst="rect">
            <a:avLst/>
          </a:prstGeom>
        </p:spPr>
        <p:txBody>
          <a:bodyPr vert="horz" wrap="square" lIns="0" tIns="12700" rIns="0" bIns="0" rtlCol="0">
            <a:spAutoFit/>
          </a:bodyPr>
          <a:lstStyle/>
          <a:p>
            <a:pPr marL="12700" marR="5080">
              <a:lnSpc>
                <a:spcPct val="100000"/>
              </a:lnSpc>
              <a:spcBef>
                <a:spcPts val="100"/>
              </a:spcBef>
            </a:pPr>
            <a:r>
              <a:rPr sz="2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INTRODUCTION TO THE GREAT LEADER PROFILE </a:t>
            </a:r>
            <a:endParaRPr sz="2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object 5"/>
          <p:cNvSpPr txBox="1"/>
          <p:nvPr/>
        </p:nvSpPr>
        <p:spPr>
          <a:xfrm>
            <a:off x="6413500" y="2694023"/>
            <a:ext cx="3181185" cy="2297552"/>
          </a:xfrm>
          <a:prstGeom prst="rect">
            <a:avLst/>
          </a:prstGeom>
        </p:spPr>
        <p:txBody>
          <a:bodyPr vert="horz" wrap="square" lIns="0" tIns="2540" rIns="0" bIns="0" rtlCol="0">
            <a:spAutoFit/>
          </a:bodyPr>
          <a:lstStyle/>
          <a:p>
            <a:pPr marL="12700" marR="5080">
              <a:lnSpc>
                <a:spcPct val="104200"/>
              </a:lnSpc>
              <a:spcBef>
                <a:spcPts val="20"/>
              </a:spcBef>
            </a:pPr>
            <a:r>
              <a:rPr sz="1600"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The Great Leader Profile (2024) defines how a Great Leader shows up to work each and everyday to help Entegris execute against the company strategy. It serves as the foundation to set the right leadership expectations and provides guidance to leaders on how to be great yet still maintain their authentic style.</a:t>
            </a:r>
            <a:endParaRPr sz="16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6" name="object 6"/>
          <p:cNvGrpSpPr/>
          <p:nvPr/>
        </p:nvGrpSpPr>
        <p:grpSpPr>
          <a:xfrm>
            <a:off x="8465248" y="464343"/>
            <a:ext cx="1129030" cy="266700"/>
            <a:chOff x="8465248" y="464343"/>
            <a:chExt cx="1129030" cy="266700"/>
          </a:xfrm>
        </p:grpSpPr>
        <p:sp>
          <p:nvSpPr>
            <p:cNvPr id="7" name="object 7"/>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8" name="object 8"/>
            <p:cNvPicPr/>
            <p:nvPr/>
          </p:nvPicPr>
          <p:blipFill>
            <a:blip r:embed="rId3" cstate="print"/>
            <a:stretch>
              <a:fillRect/>
            </a:stretch>
          </p:blipFill>
          <p:spPr>
            <a:xfrm>
              <a:off x="8465248" y="464343"/>
              <a:ext cx="332985" cy="196840"/>
            </a:xfrm>
            <a:prstGeom prst="rect">
              <a:avLst/>
            </a:prstGeom>
          </p:spPr>
        </p:pic>
      </p:grpSp>
      <p:sp>
        <p:nvSpPr>
          <p:cNvPr id="9" name="object 9"/>
          <p:cNvSpPr/>
          <p:nvPr/>
        </p:nvSpPr>
        <p:spPr>
          <a:xfrm>
            <a:off x="9144000" y="7429501"/>
            <a:ext cx="914400" cy="0"/>
          </a:xfrm>
          <a:custGeom>
            <a:avLst/>
            <a:gdLst/>
            <a:ahLst/>
            <a:cxnLst/>
            <a:rect l="l" t="t" r="r" b="b"/>
            <a:pathLst>
              <a:path w="914400">
                <a:moveTo>
                  <a:pt x="0" y="0"/>
                </a:moveTo>
                <a:lnTo>
                  <a:pt x="914400" y="0"/>
                </a:lnTo>
              </a:path>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10" name="object 10"/>
          <p:cNvGrpSpPr/>
          <p:nvPr/>
        </p:nvGrpSpPr>
        <p:grpSpPr>
          <a:xfrm>
            <a:off x="0" y="7303771"/>
            <a:ext cx="7943850" cy="251460"/>
            <a:chOff x="0" y="7303771"/>
            <a:chExt cx="7943850" cy="251460"/>
          </a:xfrm>
        </p:grpSpPr>
        <p:sp>
          <p:nvSpPr>
            <p:cNvPr id="11" name="object 11"/>
            <p:cNvSpPr/>
            <p:nvPr/>
          </p:nvSpPr>
          <p:spPr>
            <a:xfrm>
              <a:off x="0" y="7429501"/>
              <a:ext cx="914400" cy="0"/>
            </a:xfrm>
            <a:custGeom>
              <a:avLst/>
              <a:gdLst/>
              <a:ahLst/>
              <a:cxnLst/>
              <a:rect l="l" t="t" r="r" b="b"/>
              <a:pathLst>
                <a:path w="914400">
                  <a:moveTo>
                    <a:pt x="0" y="0"/>
                  </a:moveTo>
                  <a:lnTo>
                    <a:pt x="914400" y="0"/>
                  </a:lnTo>
                </a:path>
              </a:pathLst>
            </a:custGeom>
            <a:ln w="9525">
              <a:solidFill>
                <a:srgbClr val="FFFFFF"/>
              </a:solidFill>
            </a:ln>
          </p:spPr>
          <p:txBody>
            <a:bodyPr wrap="square" lIns="0" tIns="0" rIns="0" bIns="0" rtlCol="0"/>
            <a:lstStyle/>
            <a:p>
              <a:endParaRPr/>
            </a:p>
          </p:txBody>
        </p:sp>
        <p:sp>
          <p:nvSpPr>
            <p:cNvPr id="12" name="object 12"/>
            <p:cNvSpPr/>
            <p:nvPr/>
          </p:nvSpPr>
          <p:spPr>
            <a:xfrm>
              <a:off x="2286000" y="7429501"/>
              <a:ext cx="5657850" cy="0"/>
            </a:xfrm>
            <a:custGeom>
              <a:avLst/>
              <a:gdLst/>
              <a:ahLst/>
              <a:cxnLst/>
              <a:rect l="l" t="t" r="r" b="b"/>
              <a:pathLst>
                <a:path w="5657850">
                  <a:moveTo>
                    <a:pt x="0" y="0"/>
                  </a:moveTo>
                  <a:lnTo>
                    <a:pt x="5657850" y="0"/>
                  </a:lnTo>
                </a:path>
              </a:pathLst>
            </a:custGeom>
            <a:ln w="9525">
              <a:solidFill>
                <a:srgbClr val="000000"/>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4903470" y="7303771"/>
              <a:ext cx="251459" cy="251460"/>
            </a:xfrm>
            <a:prstGeom prst="rect">
              <a:avLst/>
            </a:prstGeom>
          </p:spPr>
        </p:pic>
        <p:sp>
          <p:nvSpPr>
            <p:cNvPr id="14" name="object 14"/>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6" name="object 16"/>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Profile</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4875126" y="914405"/>
            <a:ext cx="571500" cy="571500"/>
            <a:chOff x="4875126" y="914405"/>
            <a:chExt cx="571500" cy="571500"/>
          </a:xfrm>
        </p:grpSpPr>
        <p:sp>
          <p:nvSpPr>
            <p:cNvPr id="9" name="object 9"/>
            <p:cNvSpPr/>
            <p:nvPr/>
          </p:nvSpPr>
          <p:spPr>
            <a:xfrm>
              <a:off x="4875123" y="959522"/>
              <a:ext cx="571500" cy="526415"/>
            </a:xfrm>
            <a:custGeom>
              <a:avLst/>
              <a:gdLst/>
              <a:ahLst/>
              <a:cxnLst/>
              <a:rect l="l" t="t" r="r" b="b"/>
              <a:pathLst>
                <a:path w="571500" h="526415">
                  <a:moveTo>
                    <a:pt x="537184" y="151333"/>
                  </a:moveTo>
                  <a:lnTo>
                    <a:pt x="535787" y="140995"/>
                  </a:lnTo>
                  <a:lnTo>
                    <a:pt x="534644" y="139115"/>
                  </a:lnTo>
                  <a:lnTo>
                    <a:pt x="529971" y="131597"/>
                  </a:lnTo>
                  <a:lnTo>
                    <a:pt x="519137" y="120332"/>
                  </a:lnTo>
                  <a:lnTo>
                    <a:pt x="519137" y="148526"/>
                  </a:lnTo>
                  <a:lnTo>
                    <a:pt x="519137" y="154165"/>
                  </a:lnTo>
                  <a:lnTo>
                    <a:pt x="511848" y="161734"/>
                  </a:lnTo>
                  <a:lnTo>
                    <a:pt x="506552" y="161734"/>
                  </a:lnTo>
                  <a:lnTo>
                    <a:pt x="502881" y="157924"/>
                  </a:lnTo>
                  <a:lnTo>
                    <a:pt x="428472" y="78955"/>
                  </a:lnTo>
                  <a:lnTo>
                    <a:pt x="408990" y="58280"/>
                  </a:lnTo>
                  <a:lnTo>
                    <a:pt x="405371" y="54521"/>
                  </a:lnTo>
                  <a:lnTo>
                    <a:pt x="399961" y="54521"/>
                  </a:lnTo>
                  <a:lnTo>
                    <a:pt x="329539" y="127838"/>
                  </a:lnTo>
                  <a:lnTo>
                    <a:pt x="329539" y="133477"/>
                  </a:lnTo>
                  <a:lnTo>
                    <a:pt x="334949" y="139115"/>
                  </a:lnTo>
                  <a:lnTo>
                    <a:pt x="374675" y="139115"/>
                  </a:lnTo>
                  <a:lnTo>
                    <a:pt x="380098" y="140995"/>
                  </a:lnTo>
                  <a:lnTo>
                    <a:pt x="381901" y="146634"/>
                  </a:lnTo>
                  <a:lnTo>
                    <a:pt x="381901" y="154165"/>
                  </a:lnTo>
                  <a:lnTo>
                    <a:pt x="374675" y="157924"/>
                  </a:lnTo>
                  <a:lnTo>
                    <a:pt x="298843" y="157924"/>
                  </a:lnTo>
                  <a:lnTo>
                    <a:pt x="293420" y="152285"/>
                  </a:lnTo>
                  <a:lnTo>
                    <a:pt x="293420" y="139115"/>
                  </a:lnTo>
                  <a:lnTo>
                    <a:pt x="295224" y="135356"/>
                  </a:lnTo>
                  <a:lnTo>
                    <a:pt x="345795" y="82727"/>
                  </a:lnTo>
                  <a:lnTo>
                    <a:pt x="347599" y="75196"/>
                  </a:lnTo>
                  <a:lnTo>
                    <a:pt x="340372" y="60159"/>
                  </a:lnTo>
                  <a:lnTo>
                    <a:pt x="334949" y="56400"/>
                  </a:lnTo>
                  <a:lnTo>
                    <a:pt x="297040" y="56400"/>
                  </a:lnTo>
                  <a:lnTo>
                    <a:pt x="293420" y="58280"/>
                  </a:lnTo>
                  <a:lnTo>
                    <a:pt x="291617" y="58280"/>
                  </a:lnTo>
                  <a:lnTo>
                    <a:pt x="136334" y="219964"/>
                  </a:lnTo>
                  <a:lnTo>
                    <a:pt x="138137" y="223723"/>
                  </a:lnTo>
                  <a:lnTo>
                    <a:pt x="138137" y="310197"/>
                  </a:lnTo>
                  <a:lnTo>
                    <a:pt x="140335" y="320941"/>
                  </a:lnTo>
                  <a:lnTo>
                    <a:pt x="146253" y="329933"/>
                  </a:lnTo>
                  <a:lnTo>
                    <a:pt x="154889" y="336092"/>
                  </a:lnTo>
                  <a:lnTo>
                    <a:pt x="165214" y="338391"/>
                  </a:lnTo>
                  <a:lnTo>
                    <a:pt x="210362" y="338391"/>
                  </a:lnTo>
                  <a:lnTo>
                    <a:pt x="217754" y="339737"/>
                  </a:lnTo>
                  <a:lnTo>
                    <a:pt x="223443" y="343560"/>
                  </a:lnTo>
                  <a:lnTo>
                    <a:pt x="227114" y="349491"/>
                  </a:lnTo>
                  <a:lnTo>
                    <a:pt x="228422" y="357187"/>
                  </a:lnTo>
                  <a:lnTo>
                    <a:pt x="228422" y="438023"/>
                  </a:lnTo>
                  <a:lnTo>
                    <a:pt x="224802" y="441794"/>
                  </a:lnTo>
                  <a:lnTo>
                    <a:pt x="213969" y="441794"/>
                  </a:lnTo>
                  <a:lnTo>
                    <a:pt x="210362" y="438023"/>
                  </a:lnTo>
                  <a:lnTo>
                    <a:pt x="210362" y="375996"/>
                  </a:lnTo>
                  <a:lnTo>
                    <a:pt x="209054" y="368287"/>
                  </a:lnTo>
                  <a:lnTo>
                    <a:pt x="205384" y="362356"/>
                  </a:lnTo>
                  <a:lnTo>
                    <a:pt x="199694" y="358533"/>
                  </a:lnTo>
                  <a:lnTo>
                    <a:pt x="192303" y="357187"/>
                  </a:lnTo>
                  <a:lnTo>
                    <a:pt x="138137" y="357187"/>
                  </a:lnTo>
                  <a:lnTo>
                    <a:pt x="127800" y="359473"/>
                  </a:lnTo>
                  <a:lnTo>
                    <a:pt x="119164" y="365645"/>
                  </a:lnTo>
                  <a:lnTo>
                    <a:pt x="113245" y="374637"/>
                  </a:lnTo>
                  <a:lnTo>
                    <a:pt x="111048" y="385394"/>
                  </a:lnTo>
                  <a:lnTo>
                    <a:pt x="111048" y="422986"/>
                  </a:lnTo>
                  <a:lnTo>
                    <a:pt x="31597" y="505701"/>
                  </a:lnTo>
                  <a:lnTo>
                    <a:pt x="26187" y="505701"/>
                  </a:lnTo>
                  <a:lnTo>
                    <a:pt x="22567" y="503821"/>
                  </a:lnTo>
                  <a:lnTo>
                    <a:pt x="22567" y="501954"/>
                  </a:lnTo>
                  <a:lnTo>
                    <a:pt x="18961" y="498195"/>
                  </a:lnTo>
                  <a:lnTo>
                    <a:pt x="18961" y="492556"/>
                  </a:lnTo>
                  <a:lnTo>
                    <a:pt x="22567" y="490664"/>
                  </a:lnTo>
                  <a:lnTo>
                    <a:pt x="92989" y="417347"/>
                  </a:lnTo>
                  <a:lnTo>
                    <a:pt x="94792" y="411708"/>
                  </a:lnTo>
                  <a:lnTo>
                    <a:pt x="94792" y="312077"/>
                  </a:lnTo>
                  <a:lnTo>
                    <a:pt x="94792" y="283870"/>
                  </a:lnTo>
                  <a:lnTo>
                    <a:pt x="92989" y="280111"/>
                  </a:lnTo>
                  <a:lnTo>
                    <a:pt x="89382" y="278231"/>
                  </a:lnTo>
                  <a:lnTo>
                    <a:pt x="80352" y="278231"/>
                  </a:lnTo>
                  <a:lnTo>
                    <a:pt x="38823" y="321475"/>
                  </a:lnTo>
                  <a:lnTo>
                    <a:pt x="38823" y="370357"/>
                  </a:lnTo>
                  <a:lnTo>
                    <a:pt x="35217" y="374116"/>
                  </a:lnTo>
                  <a:lnTo>
                    <a:pt x="24371" y="374116"/>
                  </a:lnTo>
                  <a:lnTo>
                    <a:pt x="20764" y="370357"/>
                  </a:lnTo>
                  <a:lnTo>
                    <a:pt x="20764" y="315836"/>
                  </a:lnTo>
                  <a:lnTo>
                    <a:pt x="22567" y="312077"/>
                  </a:lnTo>
                  <a:lnTo>
                    <a:pt x="302450" y="22567"/>
                  </a:lnTo>
                  <a:lnTo>
                    <a:pt x="309676" y="20688"/>
                  </a:lnTo>
                  <a:lnTo>
                    <a:pt x="392734" y="20688"/>
                  </a:lnTo>
                  <a:lnTo>
                    <a:pt x="396354" y="22567"/>
                  </a:lnTo>
                  <a:lnTo>
                    <a:pt x="398157" y="22567"/>
                  </a:lnTo>
                  <a:lnTo>
                    <a:pt x="519137" y="148526"/>
                  </a:lnTo>
                  <a:lnTo>
                    <a:pt x="519137" y="120332"/>
                  </a:lnTo>
                  <a:lnTo>
                    <a:pt x="423418" y="20688"/>
                  </a:lnTo>
                  <a:lnTo>
                    <a:pt x="405371" y="1892"/>
                  </a:lnTo>
                  <a:lnTo>
                    <a:pt x="398157" y="0"/>
                  </a:lnTo>
                  <a:lnTo>
                    <a:pt x="316903" y="0"/>
                  </a:lnTo>
                  <a:lnTo>
                    <a:pt x="4521" y="304558"/>
                  </a:lnTo>
                  <a:lnTo>
                    <a:pt x="2705" y="312077"/>
                  </a:lnTo>
                  <a:lnTo>
                    <a:pt x="2705" y="366598"/>
                  </a:lnTo>
                  <a:lnTo>
                    <a:pt x="4902" y="377342"/>
                  </a:lnTo>
                  <a:lnTo>
                    <a:pt x="10833" y="386334"/>
                  </a:lnTo>
                  <a:lnTo>
                    <a:pt x="19469" y="392493"/>
                  </a:lnTo>
                  <a:lnTo>
                    <a:pt x="29794" y="394792"/>
                  </a:lnTo>
                  <a:lnTo>
                    <a:pt x="40106" y="392493"/>
                  </a:lnTo>
                  <a:lnTo>
                    <a:pt x="48742" y="386334"/>
                  </a:lnTo>
                  <a:lnTo>
                    <a:pt x="54673" y="377342"/>
                  </a:lnTo>
                  <a:lnTo>
                    <a:pt x="55232" y="374637"/>
                  </a:lnTo>
                  <a:lnTo>
                    <a:pt x="55333" y="374116"/>
                  </a:lnTo>
                  <a:lnTo>
                    <a:pt x="56883" y="366598"/>
                  </a:lnTo>
                  <a:lnTo>
                    <a:pt x="56883" y="330873"/>
                  </a:lnTo>
                  <a:lnTo>
                    <a:pt x="74930" y="312077"/>
                  </a:lnTo>
                  <a:lnTo>
                    <a:pt x="74930" y="409829"/>
                  </a:lnTo>
                  <a:lnTo>
                    <a:pt x="8128" y="479386"/>
                  </a:lnTo>
                  <a:lnTo>
                    <a:pt x="2032" y="488721"/>
                  </a:lnTo>
                  <a:lnTo>
                    <a:pt x="0" y="499122"/>
                  </a:lnTo>
                  <a:lnTo>
                    <a:pt x="2032" y="509524"/>
                  </a:lnTo>
                  <a:lnTo>
                    <a:pt x="8128" y="518871"/>
                  </a:lnTo>
                  <a:lnTo>
                    <a:pt x="13538" y="524510"/>
                  </a:lnTo>
                  <a:lnTo>
                    <a:pt x="18961" y="526389"/>
                  </a:lnTo>
                  <a:lnTo>
                    <a:pt x="35217" y="526389"/>
                  </a:lnTo>
                  <a:lnTo>
                    <a:pt x="46050" y="518871"/>
                  </a:lnTo>
                  <a:lnTo>
                    <a:pt x="58699" y="505701"/>
                  </a:lnTo>
                  <a:lnTo>
                    <a:pt x="127304" y="434276"/>
                  </a:lnTo>
                  <a:lnTo>
                    <a:pt x="129108" y="428625"/>
                  </a:lnTo>
                  <a:lnTo>
                    <a:pt x="129108" y="379755"/>
                  </a:lnTo>
                  <a:lnTo>
                    <a:pt x="132715" y="375996"/>
                  </a:lnTo>
                  <a:lnTo>
                    <a:pt x="192303" y="375996"/>
                  </a:lnTo>
                  <a:lnTo>
                    <a:pt x="192303" y="432384"/>
                  </a:lnTo>
                  <a:lnTo>
                    <a:pt x="194500" y="443141"/>
                  </a:lnTo>
                  <a:lnTo>
                    <a:pt x="200418" y="452132"/>
                  </a:lnTo>
                  <a:lnTo>
                    <a:pt x="209054" y="458292"/>
                  </a:lnTo>
                  <a:lnTo>
                    <a:pt x="219392" y="460590"/>
                  </a:lnTo>
                  <a:lnTo>
                    <a:pt x="229704" y="458292"/>
                  </a:lnTo>
                  <a:lnTo>
                    <a:pt x="238340" y="452132"/>
                  </a:lnTo>
                  <a:lnTo>
                    <a:pt x="244271" y="443141"/>
                  </a:lnTo>
                  <a:lnTo>
                    <a:pt x="244551" y="441794"/>
                  </a:lnTo>
                  <a:lnTo>
                    <a:pt x="246481" y="432384"/>
                  </a:lnTo>
                  <a:lnTo>
                    <a:pt x="246481" y="357187"/>
                  </a:lnTo>
                  <a:lnTo>
                    <a:pt x="243624" y="342582"/>
                  </a:lnTo>
                  <a:lnTo>
                    <a:pt x="235864" y="330631"/>
                  </a:lnTo>
                  <a:lnTo>
                    <a:pt x="224383" y="322554"/>
                  </a:lnTo>
                  <a:lnTo>
                    <a:pt x="210362" y="319595"/>
                  </a:lnTo>
                  <a:lnTo>
                    <a:pt x="159804" y="319595"/>
                  </a:lnTo>
                  <a:lnTo>
                    <a:pt x="156197" y="315836"/>
                  </a:lnTo>
                  <a:lnTo>
                    <a:pt x="156197" y="227482"/>
                  </a:lnTo>
                  <a:lnTo>
                    <a:pt x="302450" y="75196"/>
                  </a:lnTo>
                  <a:lnTo>
                    <a:pt x="327736" y="75196"/>
                  </a:lnTo>
                  <a:lnTo>
                    <a:pt x="277177" y="127838"/>
                  </a:lnTo>
                  <a:lnTo>
                    <a:pt x="273558" y="137236"/>
                  </a:lnTo>
                  <a:lnTo>
                    <a:pt x="273558" y="144767"/>
                  </a:lnTo>
                  <a:lnTo>
                    <a:pt x="276098" y="157721"/>
                  </a:lnTo>
                  <a:lnTo>
                    <a:pt x="283032" y="168021"/>
                  </a:lnTo>
                  <a:lnTo>
                    <a:pt x="293370" y="175158"/>
                  </a:lnTo>
                  <a:lnTo>
                    <a:pt x="306070" y="178600"/>
                  </a:lnTo>
                  <a:lnTo>
                    <a:pt x="374675" y="178600"/>
                  </a:lnTo>
                  <a:lnTo>
                    <a:pt x="384683" y="174929"/>
                  </a:lnTo>
                  <a:lnTo>
                    <a:pt x="392506" y="167551"/>
                  </a:lnTo>
                  <a:lnTo>
                    <a:pt x="397167" y="157924"/>
                  </a:lnTo>
                  <a:lnTo>
                    <a:pt x="397268" y="157721"/>
                  </a:lnTo>
                  <a:lnTo>
                    <a:pt x="374675" y="122199"/>
                  </a:lnTo>
                  <a:lnTo>
                    <a:pt x="360235" y="122199"/>
                  </a:lnTo>
                  <a:lnTo>
                    <a:pt x="401764" y="78955"/>
                  </a:lnTo>
                  <a:lnTo>
                    <a:pt x="490245" y="169202"/>
                  </a:lnTo>
                  <a:lnTo>
                    <a:pt x="499211" y="175831"/>
                  </a:lnTo>
                  <a:lnTo>
                    <a:pt x="509193" y="178600"/>
                  </a:lnTo>
                  <a:lnTo>
                    <a:pt x="519188" y="177126"/>
                  </a:lnTo>
                  <a:lnTo>
                    <a:pt x="528167" y="171081"/>
                  </a:lnTo>
                  <a:lnTo>
                    <a:pt x="534543" y="161734"/>
                  </a:lnTo>
                  <a:lnTo>
                    <a:pt x="537184" y="151333"/>
                  </a:lnTo>
                  <a:close/>
                </a:path>
                <a:path w="571500" h="526415">
                  <a:moveTo>
                    <a:pt x="571500" y="234988"/>
                  </a:moveTo>
                  <a:lnTo>
                    <a:pt x="569569" y="225590"/>
                  </a:lnTo>
                  <a:lnTo>
                    <a:pt x="569302" y="224243"/>
                  </a:lnTo>
                  <a:lnTo>
                    <a:pt x="563372" y="215252"/>
                  </a:lnTo>
                  <a:lnTo>
                    <a:pt x="554736" y="209080"/>
                  </a:lnTo>
                  <a:lnTo>
                    <a:pt x="553440" y="208800"/>
                  </a:lnTo>
                  <a:lnTo>
                    <a:pt x="553440" y="229349"/>
                  </a:lnTo>
                  <a:lnTo>
                    <a:pt x="553440" y="503821"/>
                  </a:lnTo>
                  <a:lnTo>
                    <a:pt x="549821" y="507580"/>
                  </a:lnTo>
                  <a:lnTo>
                    <a:pt x="295224" y="507580"/>
                  </a:lnTo>
                  <a:lnTo>
                    <a:pt x="291617" y="503821"/>
                  </a:lnTo>
                  <a:lnTo>
                    <a:pt x="291617" y="229349"/>
                  </a:lnTo>
                  <a:lnTo>
                    <a:pt x="295224" y="225590"/>
                  </a:lnTo>
                  <a:lnTo>
                    <a:pt x="549821" y="225590"/>
                  </a:lnTo>
                  <a:lnTo>
                    <a:pt x="553440" y="229349"/>
                  </a:lnTo>
                  <a:lnTo>
                    <a:pt x="553440" y="208800"/>
                  </a:lnTo>
                  <a:lnTo>
                    <a:pt x="544410" y="206794"/>
                  </a:lnTo>
                  <a:lnTo>
                    <a:pt x="300647" y="206794"/>
                  </a:lnTo>
                  <a:lnTo>
                    <a:pt x="290322" y="209080"/>
                  </a:lnTo>
                  <a:lnTo>
                    <a:pt x="281686" y="215252"/>
                  </a:lnTo>
                  <a:lnTo>
                    <a:pt x="275755" y="224243"/>
                  </a:lnTo>
                  <a:lnTo>
                    <a:pt x="273558" y="234988"/>
                  </a:lnTo>
                  <a:lnTo>
                    <a:pt x="273558" y="498182"/>
                  </a:lnTo>
                  <a:lnTo>
                    <a:pt x="275755" y="508927"/>
                  </a:lnTo>
                  <a:lnTo>
                    <a:pt x="281686" y="517918"/>
                  </a:lnTo>
                  <a:lnTo>
                    <a:pt x="290322" y="524090"/>
                  </a:lnTo>
                  <a:lnTo>
                    <a:pt x="300647" y="526389"/>
                  </a:lnTo>
                  <a:lnTo>
                    <a:pt x="544410" y="526389"/>
                  </a:lnTo>
                  <a:lnTo>
                    <a:pt x="554736" y="524090"/>
                  </a:lnTo>
                  <a:lnTo>
                    <a:pt x="563372" y="517918"/>
                  </a:lnTo>
                  <a:lnTo>
                    <a:pt x="569302" y="508927"/>
                  </a:lnTo>
                  <a:lnTo>
                    <a:pt x="569569" y="507580"/>
                  </a:lnTo>
                  <a:lnTo>
                    <a:pt x="571500" y="498182"/>
                  </a:lnTo>
                  <a:lnTo>
                    <a:pt x="571500" y="234988"/>
                  </a:lnTo>
                  <a:close/>
                </a:path>
              </a:pathLst>
            </a:custGeom>
            <a:solidFill>
              <a:srgbClr val="2A6A83"/>
            </a:solidFill>
          </p:spPr>
          <p:txBody>
            <a:bodyPr wrap="square" lIns="0" tIns="0" rIns="0" bIns="0" rtlCol="0"/>
            <a:lstStyle/>
            <a:p>
              <a:endParaRPr/>
            </a:p>
          </p:txBody>
        </p:sp>
        <p:pic>
          <p:nvPicPr>
            <p:cNvPr id="10" name="object 10"/>
            <p:cNvPicPr/>
            <p:nvPr/>
          </p:nvPicPr>
          <p:blipFill>
            <a:blip r:embed="rId3" cstate="print"/>
            <a:stretch>
              <a:fillRect/>
            </a:stretch>
          </p:blipFill>
          <p:spPr>
            <a:xfrm>
              <a:off x="4899497" y="1062918"/>
              <a:ext cx="93903" cy="95872"/>
            </a:xfrm>
            <a:prstGeom prst="rect">
              <a:avLst/>
            </a:prstGeom>
          </p:spPr>
        </p:pic>
        <p:pic>
          <p:nvPicPr>
            <p:cNvPr id="11" name="object 11"/>
            <p:cNvPicPr/>
            <p:nvPr/>
          </p:nvPicPr>
          <p:blipFill>
            <a:blip r:embed="rId4" cstate="print"/>
            <a:stretch>
              <a:fillRect/>
            </a:stretch>
          </p:blipFill>
          <p:spPr>
            <a:xfrm>
              <a:off x="5043948" y="914405"/>
              <a:ext cx="92100" cy="97751"/>
            </a:xfrm>
            <a:prstGeom prst="rect">
              <a:avLst/>
            </a:prstGeom>
          </p:spPr>
        </p:pic>
        <p:sp>
          <p:nvSpPr>
            <p:cNvPr id="12" name="object 12"/>
            <p:cNvSpPr/>
            <p:nvPr/>
          </p:nvSpPr>
          <p:spPr>
            <a:xfrm>
              <a:off x="5186591" y="1316710"/>
              <a:ext cx="125095" cy="132080"/>
            </a:xfrm>
            <a:custGeom>
              <a:avLst/>
              <a:gdLst/>
              <a:ahLst/>
              <a:cxnLst/>
              <a:rect l="l" t="t" r="r" b="b"/>
              <a:pathLst>
                <a:path w="125095" h="132080">
                  <a:moveTo>
                    <a:pt x="18059" y="117005"/>
                  </a:moveTo>
                  <a:lnTo>
                    <a:pt x="14020" y="112801"/>
                  </a:lnTo>
                  <a:lnTo>
                    <a:pt x="4038" y="112801"/>
                  </a:lnTo>
                  <a:lnTo>
                    <a:pt x="0" y="117005"/>
                  </a:lnTo>
                  <a:lnTo>
                    <a:pt x="0" y="127381"/>
                  </a:lnTo>
                  <a:lnTo>
                    <a:pt x="4038" y="131597"/>
                  </a:lnTo>
                  <a:lnTo>
                    <a:pt x="14020" y="131597"/>
                  </a:lnTo>
                  <a:lnTo>
                    <a:pt x="18059" y="127381"/>
                  </a:lnTo>
                  <a:lnTo>
                    <a:pt x="18059" y="122199"/>
                  </a:lnTo>
                  <a:lnTo>
                    <a:pt x="18059" y="117005"/>
                  </a:lnTo>
                  <a:close/>
                </a:path>
                <a:path w="125095" h="132080">
                  <a:moveTo>
                    <a:pt x="18059" y="79400"/>
                  </a:moveTo>
                  <a:lnTo>
                    <a:pt x="14020" y="75196"/>
                  </a:lnTo>
                  <a:lnTo>
                    <a:pt x="4038" y="75196"/>
                  </a:lnTo>
                  <a:lnTo>
                    <a:pt x="0" y="79400"/>
                  </a:lnTo>
                  <a:lnTo>
                    <a:pt x="0" y="89789"/>
                  </a:lnTo>
                  <a:lnTo>
                    <a:pt x="4038" y="93992"/>
                  </a:lnTo>
                  <a:lnTo>
                    <a:pt x="14020" y="93992"/>
                  </a:lnTo>
                  <a:lnTo>
                    <a:pt x="18059" y="89789"/>
                  </a:lnTo>
                  <a:lnTo>
                    <a:pt x="18059" y="84594"/>
                  </a:lnTo>
                  <a:lnTo>
                    <a:pt x="18059" y="79400"/>
                  </a:lnTo>
                  <a:close/>
                </a:path>
                <a:path w="125095" h="132080">
                  <a:moveTo>
                    <a:pt x="18059" y="41808"/>
                  </a:moveTo>
                  <a:lnTo>
                    <a:pt x="14020" y="37604"/>
                  </a:lnTo>
                  <a:lnTo>
                    <a:pt x="4038" y="37604"/>
                  </a:lnTo>
                  <a:lnTo>
                    <a:pt x="0" y="41808"/>
                  </a:lnTo>
                  <a:lnTo>
                    <a:pt x="0" y="52197"/>
                  </a:lnTo>
                  <a:lnTo>
                    <a:pt x="4038" y="56400"/>
                  </a:lnTo>
                  <a:lnTo>
                    <a:pt x="14020" y="56400"/>
                  </a:lnTo>
                  <a:lnTo>
                    <a:pt x="18059" y="52197"/>
                  </a:lnTo>
                  <a:lnTo>
                    <a:pt x="18059" y="47002"/>
                  </a:lnTo>
                  <a:lnTo>
                    <a:pt x="18059" y="41808"/>
                  </a:lnTo>
                  <a:close/>
                </a:path>
                <a:path w="125095" h="132080">
                  <a:moveTo>
                    <a:pt x="18059" y="4203"/>
                  </a:moveTo>
                  <a:lnTo>
                    <a:pt x="14020" y="0"/>
                  </a:lnTo>
                  <a:lnTo>
                    <a:pt x="4038" y="0"/>
                  </a:lnTo>
                  <a:lnTo>
                    <a:pt x="0" y="4203"/>
                  </a:lnTo>
                  <a:lnTo>
                    <a:pt x="0" y="14592"/>
                  </a:lnTo>
                  <a:lnTo>
                    <a:pt x="4038" y="18796"/>
                  </a:lnTo>
                  <a:lnTo>
                    <a:pt x="14020" y="18796"/>
                  </a:lnTo>
                  <a:lnTo>
                    <a:pt x="18059" y="14592"/>
                  </a:lnTo>
                  <a:lnTo>
                    <a:pt x="18059" y="9398"/>
                  </a:lnTo>
                  <a:lnTo>
                    <a:pt x="18059" y="4203"/>
                  </a:lnTo>
                  <a:close/>
                </a:path>
                <a:path w="125095" h="132080">
                  <a:moveTo>
                    <a:pt x="54178" y="117005"/>
                  </a:moveTo>
                  <a:lnTo>
                    <a:pt x="50139" y="112801"/>
                  </a:lnTo>
                  <a:lnTo>
                    <a:pt x="40157" y="112801"/>
                  </a:lnTo>
                  <a:lnTo>
                    <a:pt x="36118" y="117005"/>
                  </a:lnTo>
                  <a:lnTo>
                    <a:pt x="36118" y="127381"/>
                  </a:lnTo>
                  <a:lnTo>
                    <a:pt x="40157" y="131597"/>
                  </a:lnTo>
                  <a:lnTo>
                    <a:pt x="50139" y="131597"/>
                  </a:lnTo>
                  <a:lnTo>
                    <a:pt x="54178" y="127381"/>
                  </a:lnTo>
                  <a:lnTo>
                    <a:pt x="54178" y="122199"/>
                  </a:lnTo>
                  <a:lnTo>
                    <a:pt x="54178" y="117005"/>
                  </a:lnTo>
                  <a:close/>
                </a:path>
                <a:path w="125095" h="132080">
                  <a:moveTo>
                    <a:pt x="54178" y="79400"/>
                  </a:moveTo>
                  <a:lnTo>
                    <a:pt x="50139" y="75196"/>
                  </a:lnTo>
                  <a:lnTo>
                    <a:pt x="40157" y="75196"/>
                  </a:lnTo>
                  <a:lnTo>
                    <a:pt x="36118" y="79400"/>
                  </a:lnTo>
                  <a:lnTo>
                    <a:pt x="36118" y="89789"/>
                  </a:lnTo>
                  <a:lnTo>
                    <a:pt x="40157" y="93992"/>
                  </a:lnTo>
                  <a:lnTo>
                    <a:pt x="50139" y="93992"/>
                  </a:lnTo>
                  <a:lnTo>
                    <a:pt x="54178" y="89789"/>
                  </a:lnTo>
                  <a:lnTo>
                    <a:pt x="54178" y="84594"/>
                  </a:lnTo>
                  <a:lnTo>
                    <a:pt x="54178" y="79400"/>
                  </a:lnTo>
                  <a:close/>
                </a:path>
                <a:path w="125095" h="132080">
                  <a:moveTo>
                    <a:pt x="88480" y="117005"/>
                  </a:moveTo>
                  <a:lnTo>
                    <a:pt x="84442" y="112801"/>
                  </a:lnTo>
                  <a:lnTo>
                    <a:pt x="74460" y="112801"/>
                  </a:lnTo>
                  <a:lnTo>
                    <a:pt x="70421" y="117005"/>
                  </a:lnTo>
                  <a:lnTo>
                    <a:pt x="70421" y="127381"/>
                  </a:lnTo>
                  <a:lnTo>
                    <a:pt x="74460" y="131597"/>
                  </a:lnTo>
                  <a:lnTo>
                    <a:pt x="84442" y="131597"/>
                  </a:lnTo>
                  <a:lnTo>
                    <a:pt x="88480" y="127381"/>
                  </a:lnTo>
                  <a:lnTo>
                    <a:pt x="88480" y="122199"/>
                  </a:lnTo>
                  <a:lnTo>
                    <a:pt x="88480" y="117005"/>
                  </a:lnTo>
                  <a:close/>
                </a:path>
                <a:path w="125095" h="132080">
                  <a:moveTo>
                    <a:pt x="124599" y="117005"/>
                  </a:moveTo>
                  <a:lnTo>
                    <a:pt x="120561" y="112801"/>
                  </a:lnTo>
                  <a:lnTo>
                    <a:pt x="110578" y="112801"/>
                  </a:lnTo>
                  <a:lnTo>
                    <a:pt x="106540" y="117005"/>
                  </a:lnTo>
                  <a:lnTo>
                    <a:pt x="106540" y="127381"/>
                  </a:lnTo>
                  <a:lnTo>
                    <a:pt x="110578" y="131597"/>
                  </a:lnTo>
                  <a:lnTo>
                    <a:pt x="120561" y="131597"/>
                  </a:lnTo>
                  <a:lnTo>
                    <a:pt x="124599" y="127381"/>
                  </a:lnTo>
                  <a:lnTo>
                    <a:pt x="124599" y="122199"/>
                  </a:lnTo>
                  <a:lnTo>
                    <a:pt x="124599" y="117005"/>
                  </a:lnTo>
                  <a:close/>
                </a:path>
              </a:pathLst>
            </a:custGeom>
            <a:solidFill>
              <a:srgbClr val="2A6A83"/>
            </a:solidFill>
          </p:spPr>
          <p:txBody>
            <a:bodyPr wrap="square" lIns="0" tIns="0" rIns="0" bIns="0" rtlCol="0"/>
            <a:lstStyle/>
            <a:p>
              <a:endParaRPr/>
            </a:p>
          </p:txBody>
        </p:sp>
      </p:grpSp>
      <p:grpSp>
        <p:nvGrpSpPr>
          <p:cNvPr id="13" name="object 13"/>
          <p:cNvGrpSpPr/>
          <p:nvPr/>
        </p:nvGrpSpPr>
        <p:grpSpPr>
          <a:xfrm>
            <a:off x="7768085" y="2180289"/>
            <a:ext cx="571500" cy="571500"/>
            <a:chOff x="7768085" y="2180289"/>
            <a:chExt cx="571500" cy="571500"/>
          </a:xfrm>
        </p:grpSpPr>
        <p:pic>
          <p:nvPicPr>
            <p:cNvPr id="14" name="object 14"/>
            <p:cNvPicPr/>
            <p:nvPr/>
          </p:nvPicPr>
          <p:blipFill>
            <a:blip r:embed="rId5" cstate="print"/>
            <a:stretch>
              <a:fillRect/>
            </a:stretch>
          </p:blipFill>
          <p:spPr>
            <a:xfrm>
              <a:off x="8195142" y="2180289"/>
              <a:ext cx="144449" cy="162925"/>
            </a:xfrm>
            <a:prstGeom prst="rect">
              <a:avLst/>
            </a:prstGeom>
          </p:spPr>
        </p:pic>
        <p:pic>
          <p:nvPicPr>
            <p:cNvPr id="15" name="object 15"/>
            <p:cNvPicPr/>
            <p:nvPr/>
          </p:nvPicPr>
          <p:blipFill>
            <a:blip r:embed="rId6" cstate="print"/>
            <a:stretch>
              <a:fillRect/>
            </a:stretch>
          </p:blipFill>
          <p:spPr>
            <a:xfrm>
              <a:off x="8195142" y="2588869"/>
              <a:ext cx="144449" cy="162923"/>
            </a:xfrm>
            <a:prstGeom prst="rect">
              <a:avLst/>
            </a:prstGeom>
          </p:spPr>
        </p:pic>
        <p:sp>
          <p:nvSpPr>
            <p:cNvPr id="16" name="object 16"/>
            <p:cNvSpPr/>
            <p:nvPr/>
          </p:nvSpPr>
          <p:spPr>
            <a:xfrm>
              <a:off x="7768082" y="2180297"/>
              <a:ext cx="546735" cy="479425"/>
            </a:xfrm>
            <a:custGeom>
              <a:avLst/>
              <a:gdLst/>
              <a:ahLst/>
              <a:cxnLst/>
              <a:rect l="l" t="t" r="r" b="b"/>
              <a:pathLst>
                <a:path w="546734" h="479425">
                  <a:moveTo>
                    <a:pt x="144449" y="124625"/>
                  </a:moveTo>
                  <a:lnTo>
                    <a:pt x="137083" y="111112"/>
                  </a:lnTo>
                  <a:lnTo>
                    <a:pt x="118795" y="99923"/>
                  </a:lnTo>
                  <a:lnTo>
                    <a:pt x="103555" y="95008"/>
                  </a:lnTo>
                  <a:lnTo>
                    <a:pt x="105003" y="93980"/>
                  </a:lnTo>
                  <a:lnTo>
                    <a:pt x="108140" y="89382"/>
                  </a:lnTo>
                  <a:lnTo>
                    <a:pt x="115430" y="78689"/>
                  </a:lnTo>
                  <a:lnTo>
                    <a:pt x="119329" y="60655"/>
                  </a:lnTo>
                  <a:lnTo>
                    <a:pt x="119329" y="47891"/>
                  </a:lnTo>
                  <a:lnTo>
                    <a:pt x="115430" y="29845"/>
                  </a:lnTo>
                  <a:lnTo>
                    <a:pt x="108140" y="19164"/>
                  </a:lnTo>
                  <a:lnTo>
                    <a:pt x="105003" y="14554"/>
                  </a:lnTo>
                  <a:lnTo>
                    <a:pt x="100482" y="11379"/>
                  </a:lnTo>
                  <a:lnTo>
                    <a:pt x="100482" y="47891"/>
                  </a:lnTo>
                  <a:lnTo>
                    <a:pt x="100482" y="60655"/>
                  </a:lnTo>
                  <a:lnTo>
                    <a:pt x="98031" y="71120"/>
                  </a:lnTo>
                  <a:lnTo>
                    <a:pt x="91579" y="80327"/>
                  </a:lnTo>
                  <a:lnTo>
                    <a:pt x="82524" y="86880"/>
                  </a:lnTo>
                  <a:lnTo>
                    <a:pt x="72224" y="89382"/>
                  </a:lnTo>
                  <a:lnTo>
                    <a:pt x="61925" y="86880"/>
                  </a:lnTo>
                  <a:lnTo>
                    <a:pt x="52870" y="80327"/>
                  </a:lnTo>
                  <a:lnTo>
                    <a:pt x="46418" y="71120"/>
                  </a:lnTo>
                  <a:lnTo>
                    <a:pt x="43967" y="60655"/>
                  </a:lnTo>
                  <a:lnTo>
                    <a:pt x="43967" y="47891"/>
                  </a:lnTo>
                  <a:lnTo>
                    <a:pt x="46418" y="37426"/>
                  </a:lnTo>
                  <a:lnTo>
                    <a:pt x="52870" y="28206"/>
                  </a:lnTo>
                  <a:lnTo>
                    <a:pt x="61925" y="21653"/>
                  </a:lnTo>
                  <a:lnTo>
                    <a:pt x="72224" y="19164"/>
                  </a:lnTo>
                  <a:lnTo>
                    <a:pt x="82524" y="21653"/>
                  </a:lnTo>
                  <a:lnTo>
                    <a:pt x="91579" y="28206"/>
                  </a:lnTo>
                  <a:lnTo>
                    <a:pt x="98031" y="37426"/>
                  </a:lnTo>
                  <a:lnTo>
                    <a:pt x="100482" y="47891"/>
                  </a:lnTo>
                  <a:lnTo>
                    <a:pt x="100482" y="11379"/>
                  </a:lnTo>
                  <a:lnTo>
                    <a:pt x="89966" y="3962"/>
                  </a:lnTo>
                  <a:lnTo>
                    <a:pt x="72224" y="0"/>
                  </a:lnTo>
                  <a:lnTo>
                    <a:pt x="54483" y="3962"/>
                  </a:lnTo>
                  <a:lnTo>
                    <a:pt x="39446" y="14554"/>
                  </a:lnTo>
                  <a:lnTo>
                    <a:pt x="29019" y="29845"/>
                  </a:lnTo>
                  <a:lnTo>
                    <a:pt x="25120" y="47891"/>
                  </a:lnTo>
                  <a:lnTo>
                    <a:pt x="25120" y="60655"/>
                  </a:lnTo>
                  <a:lnTo>
                    <a:pt x="29019" y="78689"/>
                  </a:lnTo>
                  <a:lnTo>
                    <a:pt x="39446" y="93980"/>
                  </a:lnTo>
                  <a:lnTo>
                    <a:pt x="40881" y="95008"/>
                  </a:lnTo>
                  <a:lnTo>
                    <a:pt x="25654" y="99923"/>
                  </a:lnTo>
                  <a:lnTo>
                    <a:pt x="7366" y="111112"/>
                  </a:lnTo>
                  <a:lnTo>
                    <a:pt x="0" y="124625"/>
                  </a:lnTo>
                  <a:lnTo>
                    <a:pt x="0" y="162928"/>
                  </a:lnTo>
                  <a:lnTo>
                    <a:pt x="18846" y="162928"/>
                  </a:lnTo>
                  <a:lnTo>
                    <a:pt x="18846" y="126161"/>
                  </a:lnTo>
                  <a:lnTo>
                    <a:pt x="25996" y="121031"/>
                  </a:lnTo>
                  <a:lnTo>
                    <a:pt x="38709" y="115227"/>
                  </a:lnTo>
                  <a:lnTo>
                    <a:pt x="54825" y="110490"/>
                  </a:lnTo>
                  <a:lnTo>
                    <a:pt x="72224" y="108534"/>
                  </a:lnTo>
                  <a:lnTo>
                    <a:pt x="89623" y="110490"/>
                  </a:lnTo>
                  <a:lnTo>
                    <a:pt x="105740" y="115227"/>
                  </a:lnTo>
                  <a:lnTo>
                    <a:pt x="118452" y="121031"/>
                  </a:lnTo>
                  <a:lnTo>
                    <a:pt x="125603" y="126161"/>
                  </a:lnTo>
                  <a:lnTo>
                    <a:pt x="125603" y="162801"/>
                  </a:lnTo>
                  <a:lnTo>
                    <a:pt x="144449" y="162928"/>
                  </a:lnTo>
                  <a:lnTo>
                    <a:pt x="144449" y="124625"/>
                  </a:lnTo>
                  <a:close/>
                </a:path>
                <a:path w="546734" h="479425">
                  <a:moveTo>
                    <a:pt x="458470" y="303504"/>
                  </a:moveTo>
                  <a:lnTo>
                    <a:pt x="452221" y="256959"/>
                  </a:lnTo>
                  <a:lnTo>
                    <a:pt x="439496" y="226529"/>
                  </a:lnTo>
                  <a:lnTo>
                    <a:pt x="439496" y="303504"/>
                  </a:lnTo>
                  <a:lnTo>
                    <a:pt x="436626" y="334225"/>
                  </a:lnTo>
                  <a:lnTo>
                    <a:pt x="413969" y="390118"/>
                  </a:lnTo>
                  <a:lnTo>
                    <a:pt x="371360" y="433527"/>
                  </a:lnTo>
                  <a:lnTo>
                    <a:pt x="316458" y="456653"/>
                  </a:lnTo>
                  <a:lnTo>
                    <a:pt x="286258" y="459651"/>
                  </a:lnTo>
                  <a:lnTo>
                    <a:pt x="237756" y="451688"/>
                  </a:lnTo>
                  <a:lnTo>
                    <a:pt x="195554" y="429514"/>
                  </a:lnTo>
                  <a:lnTo>
                    <a:pt x="162191" y="395693"/>
                  </a:lnTo>
                  <a:lnTo>
                    <a:pt x="140246" y="352844"/>
                  </a:lnTo>
                  <a:lnTo>
                    <a:pt x="132270" y="303504"/>
                  </a:lnTo>
                  <a:lnTo>
                    <a:pt x="135140" y="272783"/>
                  </a:lnTo>
                  <a:lnTo>
                    <a:pt x="157784" y="216890"/>
                  </a:lnTo>
                  <a:lnTo>
                    <a:pt x="200406" y="173469"/>
                  </a:lnTo>
                  <a:lnTo>
                    <a:pt x="255295" y="150342"/>
                  </a:lnTo>
                  <a:lnTo>
                    <a:pt x="285508" y="147345"/>
                  </a:lnTo>
                  <a:lnTo>
                    <a:pt x="333997" y="155308"/>
                  </a:lnTo>
                  <a:lnTo>
                    <a:pt x="376212" y="177495"/>
                  </a:lnTo>
                  <a:lnTo>
                    <a:pt x="409562" y="211302"/>
                  </a:lnTo>
                  <a:lnTo>
                    <a:pt x="431507" y="254165"/>
                  </a:lnTo>
                  <a:lnTo>
                    <a:pt x="439496" y="303504"/>
                  </a:lnTo>
                  <a:lnTo>
                    <a:pt x="439496" y="226529"/>
                  </a:lnTo>
                  <a:lnTo>
                    <a:pt x="407657" y="179603"/>
                  </a:lnTo>
                  <a:lnTo>
                    <a:pt x="372668" y="152171"/>
                  </a:lnTo>
                  <a:lnTo>
                    <a:pt x="331431" y="134467"/>
                  </a:lnTo>
                  <a:lnTo>
                    <a:pt x="285635" y="128193"/>
                  </a:lnTo>
                  <a:lnTo>
                    <a:pt x="251714" y="131559"/>
                  </a:lnTo>
                  <a:lnTo>
                    <a:pt x="190068" y="157556"/>
                  </a:lnTo>
                  <a:lnTo>
                    <a:pt x="142214" y="206260"/>
                  </a:lnTo>
                  <a:lnTo>
                    <a:pt x="116827" y="269011"/>
                  </a:lnTo>
                  <a:lnTo>
                    <a:pt x="113550" y="303504"/>
                  </a:lnTo>
                  <a:lnTo>
                    <a:pt x="119786" y="350050"/>
                  </a:lnTo>
                  <a:lnTo>
                    <a:pt x="137287" y="391909"/>
                  </a:lnTo>
                  <a:lnTo>
                    <a:pt x="164465" y="427482"/>
                  </a:lnTo>
                  <a:lnTo>
                    <a:pt x="199339" y="454837"/>
                  </a:lnTo>
                  <a:lnTo>
                    <a:pt x="240576" y="472528"/>
                  </a:lnTo>
                  <a:lnTo>
                    <a:pt x="286385" y="478802"/>
                  </a:lnTo>
                  <a:lnTo>
                    <a:pt x="320294" y="475437"/>
                  </a:lnTo>
                  <a:lnTo>
                    <a:pt x="352386" y="465543"/>
                  </a:lnTo>
                  <a:lnTo>
                    <a:pt x="363207" y="459651"/>
                  </a:lnTo>
                  <a:lnTo>
                    <a:pt x="381939" y="449453"/>
                  </a:lnTo>
                  <a:lnTo>
                    <a:pt x="408228" y="427482"/>
                  </a:lnTo>
                  <a:lnTo>
                    <a:pt x="429793" y="400748"/>
                  </a:lnTo>
                  <a:lnTo>
                    <a:pt x="445541" y="370662"/>
                  </a:lnTo>
                  <a:lnTo>
                    <a:pt x="455193" y="337997"/>
                  </a:lnTo>
                  <a:lnTo>
                    <a:pt x="458470" y="303504"/>
                  </a:lnTo>
                  <a:close/>
                </a:path>
                <a:path w="546734" h="479425">
                  <a:moveTo>
                    <a:pt x="546265" y="303504"/>
                  </a:moveTo>
                  <a:lnTo>
                    <a:pt x="543902" y="268668"/>
                  </a:lnTo>
                  <a:lnTo>
                    <a:pt x="537121" y="234619"/>
                  </a:lnTo>
                  <a:lnTo>
                    <a:pt x="526046" y="201803"/>
                  </a:lnTo>
                  <a:lnTo>
                    <a:pt x="510844" y="170713"/>
                  </a:lnTo>
                  <a:lnTo>
                    <a:pt x="494639" y="180416"/>
                  </a:lnTo>
                  <a:lnTo>
                    <a:pt x="508762" y="209232"/>
                  </a:lnTo>
                  <a:lnTo>
                    <a:pt x="519036" y="239661"/>
                  </a:lnTo>
                  <a:lnTo>
                    <a:pt x="525297" y="271233"/>
                  </a:lnTo>
                  <a:lnTo>
                    <a:pt x="527418" y="303504"/>
                  </a:lnTo>
                  <a:lnTo>
                    <a:pt x="526656" y="323240"/>
                  </a:lnTo>
                  <a:lnTo>
                    <a:pt x="524395" y="342760"/>
                  </a:lnTo>
                  <a:lnTo>
                    <a:pt x="520636" y="362000"/>
                  </a:lnTo>
                  <a:lnTo>
                    <a:pt x="515353" y="380873"/>
                  </a:lnTo>
                  <a:lnTo>
                    <a:pt x="533323" y="386880"/>
                  </a:lnTo>
                  <a:lnTo>
                    <a:pt x="539000" y="366547"/>
                  </a:lnTo>
                  <a:lnTo>
                    <a:pt x="543039" y="345808"/>
                  </a:lnTo>
                  <a:lnTo>
                    <a:pt x="545452" y="324764"/>
                  </a:lnTo>
                  <a:lnTo>
                    <a:pt x="546265" y="303504"/>
                  </a:lnTo>
                  <a:close/>
                </a:path>
              </a:pathLst>
            </a:custGeom>
            <a:solidFill>
              <a:srgbClr val="2A6A83"/>
            </a:solidFill>
          </p:spPr>
          <p:txBody>
            <a:bodyPr wrap="square" lIns="0" tIns="0" rIns="0" bIns="0" rtlCol="0"/>
            <a:lstStyle/>
            <a:p>
              <a:endParaRPr/>
            </a:p>
          </p:txBody>
        </p:sp>
        <p:pic>
          <p:nvPicPr>
            <p:cNvPr id="17" name="object 17"/>
            <p:cNvPicPr/>
            <p:nvPr/>
          </p:nvPicPr>
          <p:blipFill>
            <a:blip r:embed="rId7" cstate="print"/>
            <a:stretch>
              <a:fillRect/>
            </a:stretch>
          </p:blipFill>
          <p:spPr>
            <a:xfrm>
              <a:off x="7768085" y="2588869"/>
              <a:ext cx="144449" cy="162923"/>
            </a:xfrm>
            <a:prstGeom prst="rect">
              <a:avLst/>
            </a:prstGeom>
          </p:spPr>
        </p:pic>
        <p:sp>
          <p:nvSpPr>
            <p:cNvPr id="18" name="object 18"/>
            <p:cNvSpPr/>
            <p:nvPr/>
          </p:nvSpPr>
          <p:spPr>
            <a:xfrm>
              <a:off x="7792694" y="2218600"/>
              <a:ext cx="412115" cy="530225"/>
            </a:xfrm>
            <a:custGeom>
              <a:avLst/>
              <a:gdLst/>
              <a:ahLst/>
              <a:cxnLst/>
              <a:rect l="l" t="t" r="r" b="b"/>
              <a:pathLst>
                <a:path w="412115" h="530225">
                  <a:moveTo>
                    <a:pt x="51625" y="142113"/>
                  </a:moveTo>
                  <a:lnTo>
                    <a:pt x="9055" y="196354"/>
                  </a:lnTo>
                  <a:lnTo>
                    <a:pt x="0" y="265201"/>
                  </a:lnTo>
                  <a:lnTo>
                    <a:pt x="825" y="286461"/>
                  </a:lnTo>
                  <a:lnTo>
                    <a:pt x="3289" y="307505"/>
                  </a:lnTo>
                  <a:lnTo>
                    <a:pt x="7378" y="328244"/>
                  </a:lnTo>
                  <a:lnTo>
                    <a:pt x="13068" y="348576"/>
                  </a:lnTo>
                  <a:lnTo>
                    <a:pt x="30899" y="342569"/>
                  </a:lnTo>
                  <a:lnTo>
                    <a:pt x="25628" y="323761"/>
                  </a:lnTo>
                  <a:lnTo>
                    <a:pt x="21856" y="304558"/>
                  </a:lnTo>
                  <a:lnTo>
                    <a:pt x="19608" y="285000"/>
                  </a:lnTo>
                  <a:lnTo>
                    <a:pt x="18846" y="265201"/>
                  </a:lnTo>
                  <a:lnTo>
                    <a:pt x="21018" y="232943"/>
                  </a:lnTo>
                  <a:lnTo>
                    <a:pt x="27279" y="201409"/>
                  </a:lnTo>
                  <a:lnTo>
                    <a:pt x="37515" y="170980"/>
                  </a:lnTo>
                  <a:lnTo>
                    <a:pt x="51625" y="142113"/>
                  </a:lnTo>
                  <a:close/>
                </a:path>
                <a:path w="412115" h="530225">
                  <a:moveTo>
                    <a:pt x="378447" y="501916"/>
                  </a:moveTo>
                  <a:lnTo>
                    <a:pt x="370027" y="484809"/>
                  </a:lnTo>
                  <a:lnTo>
                    <a:pt x="344297" y="496125"/>
                  </a:lnTo>
                  <a:lnTo>
                    <a:pt x="317627" y="504228"/>
                  </a:lnTo>
                  <a:lnTo>
                    <a:pt x="290169" y="509104"/>
                  </a:lnTo>
                  <a:lnTo>
                    <a:pt x="262013" y="510730"/>
                  </a:lnTo>
                  <a:lnTo>
                    <a:pt x="231686" y="509104"/>
                  </a:lnTo>
                  <a:lnTo>
                    <a:pt x="204228" y="504240"/>
                  </a:lnTo>
                  <a:lnTo>
                    <a:pt x="177584" y="496176"/>
                  </a:lnTo>
                  <a:lnTo>
                    <a:pt x="151853" y="484936"/>
                  </a:lnTo>
                  <a:lnTo>
                    <a:pt x="143446" y="502043"/>
                  </a:lnTo>
                  <a:lnTo>
                    <a:pt x="171196" y="514197"/>
                  </a:lnTo>
                  <a:lnTo>
                    <a:pt x="199923" y="522897"/>
                  </a:lnTo>
                  <a:lnTo>
                    <a:pt x="229527" y="528129"/>
                  </a:lnTo>
                  <a:lnTo>
                    <a:pt x="262013" y="529882"/>
                  </a:lnTo>
                  <a:lnTo>
                    <a:pt x="292379" y="528116"/>
                  </a:lnTo>
                  <a:lnTo>
                    <a:pt x="321983" y="522833"/>
                  </a:lnTo>
                  <a:lnTo>
                    <a:pt x="350710" y="514096"/>
                  </a:lnTo>
                  <a:lnTo>
                    <a:pt x="378447" y="501916"/>
                  </a:lnTo>
                  <a:close/>
                </a:path>
                <a:path w="412115" h="530225">
                  <a:moveTo>
                    <a:pt x="391261" y="35750"/>
                  </a:moveTo>
                  <a:lnTo>
                    <a:pt x="360654" y="20358"/>
                  </a:lnTo>
                  <a:lnTo>
                    <a:pt x="328460" y="9169"/>
                  </a:lnTo>
                  <a:lnTo>
                    <a:pt x="295148" y="2324"/>
                  </a:lnTo>
                  <a:lnTo>
                    <a:pt x="261137" y="0"/>
                  </a:lnTo>
                  <a:lnTo>
                    <a:pt x="226580" y="2324"/>
                  </a:lnTo>
                  <a:lnTo>
                    <a:pt x="193281" y="9182"/>
                  </a:lnTo>
                  <a:lnTo>
                    <a:pt x="161074" y="20421"/>
                  </a:lnTo>
                  <a:lnTo>
                    <a:pt x="130378" y="35877"/>
                  </a:lnTo>
                  <a:lnTo>
                    <a:pt x="139674" y="52476"/>
                  </a:lnTo>
                  <a:lnTo>
                    <a:pt x="168224" y="38112"/>
                  </a:lnTo>
                  <a:lnTo>
                    <a:pt x="198196" y="27673"/>
                  </a:lnTo>
                  <a:lnTo>
                    <a:pt x="229171" y="21310"/>
                  </a:lnTo>
                  <a:lnTo>
                    <a:pt x="260756" y="19151"/>
                  </a:lnTo>
                  <a:lnTo>
                    <a:pt x="292417" y="21285"/>
                  </a:lnTo>
                  <a:lnTo>
                    <a:pt x="323418" y="27609"/>
                  </a:lnTo>
                  <a:lnTo>
                    <a:pt x="353364" y="38011"/>
                  </a:lnTo>
                  <a:lnTo>
                    <a:pt x="381838" y="52349"/>
                  </a:lnTo>
                  <a:lnTo>
                    <a:pt x="391261" y="35750"/>
                  </a:lnTo>
                  <a:close/>
                </a:path>
                <a:path w="412115" h="530225">
                  <a:moveTo>
                    <a:pt x="411873" y="191516"/>
                  </a:moveTo>
                  <a:lnTo>
                    <a:pt x="348665" y="191516"/>
                  </a:lnTo>
                  <a:lnTo>
                    <a:pt x="339902" y="160616"/>
                  </a:lnTo>
                  <a:lnTo>
                    <a:pt x="339636" y="160147"/>
                  </a:lnTo>
                  <a:lnTo>
                    <a:pt x="339636" y="264947"/>
                  </a:lnTo>
                  <a:lnTo>
                    <a:pt x="333946" y="319201"/>
                  </a:lnTo>
                  <a:lnTo>
                    <a:pt x="328803" y="319201"/>
                  </a:lnTo>
                  <a:lnTo>
                    <a:pt x="328803" y="338353"/>
                  </a:lnTo>
                  <a:lnTo>
                    <a:pt x="316280" y="374942"/>
                  </a:lnTo>
                  <a:lnTo>
                    <a:pt x="291211" y="408838"/>
                  </a:lnTo>
                  <a:lnTo>
                    <a:pt x="270573" y="417360"/>
                  </a:lnTo>
                  <a:lnTo>
                    <a:pt x="270573" y="338353"/>
                  </a:lnTo>
                  <a:lnTo>
                    <a:pt x="328803" y="338353"/>
                  </a:lnTo>
                  <a:lnTo>
                    <a:pt x="328803" y="319201"/>
                  </a:lnTo>
                  <a:lnTo>
                    <a:pt x="270573" y="319201"/>
                  </a:lnTo>
                  <a:lnTo>
                    <a:pt x="270573" y="210667"/>
                  </a:lnTo>
                  <a:lnTo>
                    <a:pt x="333946" y="210667"/>
                  </a:lnTo>
                  <a:lnTo>
                    <a:pt x="339636" y="264947"/>
                  </a:lnTo>
                  <a:lnTo>
                    <a:pt x="339636" y="160147"/>
                  </a:lnTo>
                  <a:lnTo>
                    <a:pt x="328803" y="140652"/>
                  </a:lnTo>
                  <a:lnTo>
                    <a:pt x="328803" y="191516"/>
                  </a:lnTo>
                  <a:lnTo>
                    <a:pt x="270573" y="191516"/>
                  </a:lnTo>
                  <a:lnTo>
                    <a:pt x="270573" y="112547"/>
                  </a:lnTo>
                  <a:lnTo>
                    <a:pt x="291211" y="121056"/>
                  </a:lnTo>
                  <a:lnTo>
                    <a:pt x="316280" y="154952"/>
                  </a:lnTo>
                  <a:lnTo>
                    <a:pt x="328803" y="191516"/>
                  </a:lnTo>
                  <a:lnTo>
                    <a:pt x="328803" y="140652"/>
                  </a:lnTo>
                  <a:lnTo>
                    <a:pt x="318897" y="122834"/>
                  </a:lnTo>
                  <a:lnTo>
                    <a:pt x="303339" y="108534"/>
                  </a:lnTo>
                  <a:lnTo>
                    <a:pt x="292061" y="98196"/>
                  </a:lnTo>
                  <a:lnTo>
                    <a:pt x="260883" y="89382"/>
                  </a:lnTo>
                  <a:lnTo>
                    <a:pt x="251726" y="91973"/>
                  </a:lnTo>
                  <a:lnTo>
                    <a:pt x="251726" y="112318"/>
                  </a:lnTo>
                  <a:lnTo>
                    <a:pt x="251726" y="191516"/>
                  </a:lnTo>
                  <a:lnTo>
                    <a:pt x="251726" y="210667"/>
                  </a:lnTo>
                  <a:lnTo>
                    <a:pt x="251726" y="319201"/>
                  </a:lnTo>
                  <a:lnTo>
                    <a:pt x="251726" y="338353"/>
                  </a:lnTo>
                  <a:lnTo>
                    <a:pt x="251726" y="417576"/>
                  </a:lnTo>
                  <a:lnTo>
                    <a:pt x="230568" y="408838"/>
                  </a:lnTo>
                  <a:lnTo>
                    <a:pt x="205498" y="374942"/>
                  </a:lnTo>
                  <a:lnTo>
                    <a:pt x="192951" y="338353"/>
                  </a:lnTo>
                  <a:lnTo>
                    <a:pt x="251726" y="338353"/>
                  </a:lnTo>
                  <a:lnTo>
                    <a:pt x="251726" y="319201"/>
                  </a:lnTo>
                  <a:lnTo>
                    <a:pt x="187807" y="319201"/>
                  </a:lnTo>
                  <a:lnTo>
                    <a:pt x="182130" y="264947"/>
                  </a:lnTo>
                  <a:lnTo>
                    <a:pt x="187807" y="210667"/>
                  </a:lnTo>
                  <a:lnTo>
                    <a:pt x="251726" y="210667"/>
                  </a:lnTo>
                  <a:lnTo>
                    <a:pt x="251726" y="191516"/>
                  </a:lnTo>
                  <a:lnTo>
                    <a:pt x="192951" y="191516"/>
                  </a:lnTo>
                  <a:lnTo>
                    <a:pt x="205498" y="154952"/>
                  </a:lnTo>
                  <a:lnTo>
                    <a:pt x="230568" y="121056"/>
                  </a:lnTo>
                  <a:lnTo>
                    <a:pt x="251726" y="112318"/>
                  </a:lnTo>
                  <a:lnTo>
                    <a:pt x="251726" y="91973"/>
                  </a:lnTo>
                  <a:lnTo>
                    <a:pt x="229704" y="98196"/>
                  </a:lnTo>
                  <a:lnTo>
                    <a:pt x="202869" y="122834"/>
                  </a:lnTo>
                  <a:lnTo>
                    <a:pt x="181876" y="160616"/>
                  </a:lnTo>
                  <a:lnTo>
                    <a:pt x="173101" y="191516"/>
                  </a:lnTo>
                  <a:lnTo>
                    <a:pt x="110426" y="191516"/>
                  </a:lnTo>
                  <a:lnTo>
                    <a:pt x="110426" y="210667"/>
                  </a:lnTo>
                  <a:lnTo>
                    <a:pt x="168021" y="210667"/>
                  </a:lnTo>
                  <a:lnTo>
                    <a:pt x="163283" y="264947"/>
                  </a:lnTo>
                  <a:lnTo>
                    <a:pt x="168021" y="319201"/>
                  </a:lnTo>
                  <a:lnTo>
                    <a:pt x="110426" y="319201"/>
                  </a:lnTo>
                  <a:lnTo>
                    <a:pt x="110426" y="338353"/>
                  </a:lnTo>
                  <a:lnTo>
                    <a:pt x="173101" y="338353"/>
                  </a:lnTo>
                  <a:lnTo>
                    <a:pt x="181876" y="369265"/>
                  </a:lnTo>
                  <a:lnTo>
                    <a:pt x="202869" y="407060"/>
                  </a:lnTo>
                  <a:lnTo>
                    <a:pt x="229704" y="431698"/>
                  </a:lnTo>
                  <a:lnTo>
                    <a:pt x="260883" y="440499"/>
                  </a:lnTo>
                  <a:lnTo>
                    <a:pt x="292061" y="431698"/>
                  </a:lnTo>
                  <a:lnTo>
                    <a:pt x="303339" y="421347"/>
                  </a:lnTo>
                  <a:lnTo>
                    <a:pt x="318897" y="407060"/>
                  </a:lnTo>
                  <a:lnTo>
                    <a:pt x="339902" y="369265"/>
                  </a:lnTo>
                  <a:lnTo>
                    <a:pt x="348665" y="338353"/>
                  </a:lnTo>
                  <a:lnTo>
                    <a:pt x="411873" y="338353"/>
                  </a:lnTo>
                  <a:lnTo>
                    <a:pt x="411873" y="319201"/>
                  </a:lnTo>
                  <a:lnTo>
                    <a:pt x="353745" y="319201"/>
                  </a:lnTo>
                  <a:lnTo>
                    <a:pt x="358482" y="264947"/>
                  </a:lnTo>
                  <a:lnTo>
                    <a:pt x="353745" y="210667"/>
                  </a:lnTo>
                  <a:lnTo>
                    <a:pt x="411873" y="210667"/>
                  </a:lnTo>
                  <a:lnTo>
                    <a:pt x="411873" y="191516"/>
                  </a:lnTo>
                  <a:close/>
                </a:path>
              </a:pathLst>
            </a:custGeom>
            <a:solidFill>
              <a:srgbClr val="2A6A83"/>
            </a:solidFill>
          </p:spPr>
          <p:txBody>
            <a:bodyPr wrap="square" lIns="0" tIns="0" rIns="0" bIns="0" rtlCol="0"/>
            <a:lstStyle/>
            <a:p>
              <a:endParaRPr/>
            </a:p>
          </p:txBody>
        </p:sp>
      </p:grpSp>
      <p:grpSp>
        <p:nvGrpSpPr>
          <p:cNvPr id="19" name="object 19"/>
          <p:cNvGrpSpPr/>
          <p:nvPr/>
        </p:nvGrpSpPr>
        <p:grpSpPr>
          <a:xfrm>
            <a:off x="1964561" y="2294592"/>
            <a:ext cx="601345" cy="457834"/>
            <a:chOff x="1964561" y="2294592"/>
            <a:chExt cx="601345" cy="457834"/>
          </a:xfrm>
        </p:grpSpPr>
        <p:sp>
          <p:nvSpPr>
            <p:cNvPr id="20" name="object 20"/>
            <p:cNvSpPr/>
            <p:nvPr/>
          </p:nvSpPr>
          <p:spPr>
            <a:xfrm>
              <a:off x="1964550" y="2294597"/>
              <a:ext cx="601345" cy="457834"/>
            </a:xfrm>
            <a:custGeom>
              <a:avLst/>
              <a:gdLst/>
              <a:ahLst/>
              <a:cxnLst/>
              <a:rect l="l" t="t" r="r" b="b"/>
              <a:pathLst>
                <a:path w="601344" h="457835">
                  <a:moveTo>
                    <a:pt x="200494" y="375158"/>
                  </a:moveTo>
                  <a:lnTo>
                    <a:pt x="162953" y="375158"/>
                  </a:lnTo>
                  <a:lnTo>
                    <a:pt x="162953" y="393915"/>
                  </a:lnTo>
                  <a:lnTo>
                    <a:pt x="200494" y="393915"/>
                  </a:lnTo>
                  <a:lnTo>
                    <a:pt x="200494" y="375158"/>
                  </a:lnTo>
                  <a:close/>
                </a:path>
                <a:path w="601344" h="457835">
                  <a:moveTo>
                    <a:pt x="225513" y="287629"/>
                  </a:moveTo>
                  <a:lnTo>
                    <a:pt x="90982" y="287629"/>
                  </a:lnTo>
                  <a:lnTo>
                    <a:pt x="90982" y="324396"/>
                  </a:lnTo>
                  <a:lnTo>
                    <a:pt x="25654" y="259118"/>
                  </a:lnTo>
                  <a:lnTo>
                    <a:pt x="90982" y="184454"/>
                  </a:lnTo>
                  <a:lnTo>
                    <a:pt x="90982" y="218846"/>
                  </a:lnTo>
                  <a:lnTo>
                    <a:pt x="150431" y="218846"/>
                  </a:lnTo>
                  <a:lnTo>
                    <a:pt x="150431" y="200088"/>
                  </a:lnTo>
                  <a:lnTo>
                    <a:pt x="109753" y="200088"/>
                  </a:lnTo>
                  <a:lnTo>
                    <a:pt x="109753" y="134442"/>
                  </a:lnTo>
                  <a:lnTo>
                    <a:pt x="0" y="259867"/>
                  </a:lnTo>
                  <a:lnTo>
                    <a:pt x="109753" y="369658"/>
                  </a:lnTo>
                  <a:lnTo>
                    <a:pt x="109753" y="306387"/>
                  </a:lnTo>
                  <a:lnTo>
                    <a:pt x="225513" y="306387"/>
                  </a:lnTo>
                  <a:lnTo>
                    <a:pt x="225513" y="287629"/>
                  </a:lnTo>
                  <a:close/>
                </a:path>
                <a:path w="601344" h="457835">
                  <a:moveTo>
                    <a:pt x="263067" y="375158"/>
                  </a:moveTo>
                  <a:lnTo>
                    <a:pt x="225526" y="375158"/>
                  </a:lnTo>
                  <a:lnTo>
                    <a:pt x="225526" y="393915"/>
                  </a:lnTo>
                  <a:lnTo>
                    <a:pt x="263067" y="393915"/>
                  </a:lnTo>
                  <a:lnTo>
                    <a:pt x="263067" y="375158"/>
                  </a:lnTo>
                  <a:close/>
                </a:path>
                <a:path w="601344" h="457835">
                  <a:moveTo>
                    <a:pt x="288099" y="287616"/>
                  </a:moveTo>
                  <a:lnTo>
                    <a:pt x="250558" y="287616"/>
                  </a:lnTo>
                  <a:lnTo>
                    <a:pt x="250558" y="306374"/>
                  </a:lnTo>
                  <a:lnTo>
                    <a:pt x="288099" y="306374"/>
                  </a:lnTo>
                  <a:lnTo>
                    <a:pt x="288099" y="287616"/>
                  </a:lnTo>
                  <a:close/>
                </a:path>
                <a:path w="601344" h="457835">
                  <a:moveTo>
                    <a:pt x="325628" y="375158"/>
                  </a:moveTo>
                  <a:lnTo>
                    <a:pt x="288099" y="375158"/>
                  </a:lnTo>
                  <a:lnTo>
                    <a:pt x="288099" y="393915"/>
                  </a:lnTo>
                  <a:lnTo>
                    <a:pt x="325628" y="393915"/>
                  </a:lnTo>
                  <a:lnTo>
                    <a:pt x="325628" y="375158"/>
                  </a:lnTo>
                  <a:close/>
                </a:path>
                <a:path w="601344" h="457835">
                  <a:moveTo>
                    <a:pt x="350672" y="287616"/>
                  </a:moveTo>
                  <a:lnTo>
                    <a:pt x="313131" y="287616"/>
                  </a:lnTo>
                  <a:lnTo>
                    <a:pt x="313131" y="306374"/>
                  </a:lnTo>
                  <a:lnTo>
                    <a:pt x="350672" y="306374"/>
                  </a:lnTo>
                  <a:lnTo>
                    <a:pt x="350672" y="287616"/>
                  </a:lnTo>
                  <a:close/>
                </a:path>
                <a:path w="601344" h="457835">
                  <a:moveTo>
                    <a:pt x="597827" y="209473"/>
                  </a:moveTo>
                  <a:lnTo>
                    <a:pt x="592277" y="161480"/>
                  </a:lnTo>
                  <a:lnTo>
                    <a:pt x="576478" y="117411"/>
                  </a:lnTo>
                  <a:lnTo>
                    <a:pt x="551688" y="78511"/>
                  </a:lnTo>
                  <a:lnTo>
                    <a:pt x="519201" y="46062"/>
                  </a:lnTo>
                  <a:lnTo>
                    <a:pt x="480275" y="21310"/>
                  </a:lnTo>
                  <a:lnTo>
                    <a:pt x="436194" y="5537"/>
                  </a:lnTo>
                  <a:lnTo>
                    <a:pt x="388213" y="0"/>
                  </a:lnTo>
                  <a:lnTo>
                    <a:pt x="340233" y="5537"/>
                  </a:lnTo>
                  <a:lnTo>
                    <a:pt x="296138" y="21310"/>
                  </a:lnTo>
                  <a:lnTo>
                    <a:pt x="257213" y="46062"/>
                  </a:lnTo>
                  <a:lnTo>
                    <a:pt x="224726" y="78511"/>
                  </a:lnTo>
                  <a:lnTo>
                    <a:pt x="199936" y="117411"/>
                  </a:lnTo>
                  <a:lnTo>
                    <a:pt x="184137" y="161480"/>
                  </a:lnTo>
                  <a:lnTo>
                    <a:pt x="178587" y="209473"/>
                  </a:lnTo>
                  <a:lnTo>
                    <a:pt x="178587" y="218846"/>
                  </a:lnTo>
                  <a:lnTo>
                    <a:pt x="238036" y="218846"/>
                  </a:lnTo>
                  <a:lnTo>
                    <a:pt x="238036" y="200088"/>
                  </a:lnTo>
                  <a:lnTo>
                    <a:pt x="197612" y="200088"/>
                  </a:lnTo>
                  <a:lnTo>
                    <a:pt x="199771" y="179489"/>
                  </a:lnTo>
                  <a:lnTo>
                    <a:pt x="204089" y="159613"/>
                  </a:lnTo>
                  <a:lnTo>
                    <a:pt x="210426" y="140563"/>
                  </a:lnTo>
                  <a:lnTo>
                    <a:pt x="218643" y="122428"/>
                  </a:lnTo>
                  <a:lnTo>
                    <a:pt x="253428" y="142557"/>
                  </a:lnTo>
                  <a:lnTo>
                    <a:pt x="262813" y="126301"/>
                  </a:lnTo>
                  <a:lnTo>
                    <a:pt x="228028" y="106172"/>
                  </a:lnTo>
                  <a:lnTo>
                    <a:pt x="239928" y="89738"/>
                  </a:lnTo>
                  <a:lnTo>
                    <a:pt x="253428" y="74663"/>
                  </a:lnTo>
                  <a:lnTo>
                    <a:pt x="268427" y="61087"/>
                  </a:lnTo>
                  <a:lnTo>
                    <a:pt x="284835" y="49149"/>
                  </a:lnTo>
                  <a:lnTo>
                    <a:pt x="304990" y="84035"/>
                  </a:lnTo>
                  <a:lnTo>
                    <a:pt x="321259" y="74663"/>
                  </a:lnTo>
                  <a:lnTo>
                    <a:pt x="301104" y="39763"/>
                  </a:lnTo>
                  <a:lnTo>
                    <a:pt x="319252" y="31623"/>
                  </a:lnTo>
                  <a:lnTo>
                    <a:pt x="338315" y="25412"/>
                  </a:lnTo>
                  <a:lnTo>
                    <a:pt x="358216" y="21234"/>
                  </a:lnTo>
                  <a:lnTo>
                    <a:pt x="378828" y="19138"/>
                  </a:lnTo>
                  <a:lnTo>
                    <a:pt x="378828" y="59283"/>
                  </a:lnTo>
                  <a:lnTo>
                    <a:pt x="397598" y="59283"/>
                  </a:lnTo>
                  <a:lnTo>
                    <a:pt x="397598" y="19265"/>
                  </a:lnTo>
                  <a:lnTo>
                    <a:pt x="418198" y="21361"/>
                  </a:lnTo>
                  <a:lnTo>
                    <a:pt x="438099" y="25539"/>
                  </a:lnTo>
                  <a:lnTo>
                    <a:pt x="457161" y="31750"/>
                  </a:lnTo>
                  <a:lnTo>
                    <a:pt x="475310" y="39890"/>
                  </a:lnTo>
                  <a:lnTo>
                    <a:pt x="455168" y="74790"/>
                  </a:lnTo>
                  <a:lnTo>
                    <a:pt x="471436" y="84162"/>
                  </a:lnTo>
                  <a:lnTo>
                    <a:pt x="491578" y="49276"/>
                  </a:lnTo>
                  <a:lnTo>
                    <a:pt x="525881" y="77622"/>
                  </a:lnTo>
                  <a:lnTo>
                    <a:pt x="552792" y="113144"/>
                  </a:lnTo>
                  <a:lnTo>
                    <a:pt x="570903" y="154432"/>
                  </a:lnTo>
                  <a:lnTo>
                    <a:pt x="578815" y="200088"/>
                  </a:lnTo>
                  <a:lnTo>
                    <a:pt x="538391" y="200088"/>
                  </a:lnTo>
                  <a:lnTo>
                    <a:pt x="538391" y="218846"/>
                  </a:lnTo>
                  <a:lnTo>
                    <a:pt x="597827" y="218846"/>
                  </a:lnTo>
                  <a:lnTo>
                    <a:pt x="597827" y="209473"/>
                  </a:lnTo>
                  <a:close/>
                </a:path>
                <a:path w="601344" h="457835">
                  <a:moveTo>
                    <a:pt x="601205" y="347408"/>
                  </a:moveTo>
                  <a:lnTo>
                    <a:pt x="491451" y="221983"/>
                  </a:lnTo>
                  <a:lnTo>
                    <a:pt x="491451" y="287629"/>
                  </a:lnTo>
                  <a:lnTo>
                    <a:pt x="425754" y="287629"/>
                  </a:lnTo>
                  <a:lnTo>
                    <a:pt x="425754" y="306387"/>
                  </a:lnTo>
                  <a:lnTo>
                    <a:pt x="510222" y="306387"/>
                  </a:lnTo>
                  <a:lnTo>
                    <a:pt x="510222" y="271995"/>
                  </a:lnTo>
                  <a:lnTo>
                    <a:pt x="575551" y="346659"/>
                  </a:lnTo>
                  <a:lnTo>
                    <a:pt x="510222" y="411937"/>
                  </a:lnTo>
                  <a:lnTo>
                    <a:pt x="510222" y="375170"/>
                  </a:lnTo>
                  <a:lnTo>
                    <a:pt x="350659" y="375170"/>
                  </a:lnTo>
                  <a:lnTo>
                    <a:pt x="350659" y="393928"/>
                  </a:lnTo>
                  <a:lnTo>
                    <a:pt x="491451" y="393928"/>
                  </a:lnTo>
                  <a:lnTo>
                    <a:pt x="491451" y="457212"/>
                  </a:lnTo>
                  <a:lnTo>
                    <a:pt x="601205" y="347408"/>
                  </a:lnTo>
                  <a:close/>
                </a:path>
              </a:pathLst>
            </a:custGeom>
            <a:solidFill>
              <a:srgbClr val="2A6A83"/>
            </a:solidFill>
          </p:spPr>
          <p:txBody>
            <a:bodyPr wrap="square" lIns="0" tIns="0" rIns="0" bIns="0" rtlCol="0"/>
            <a:lstStyle/>
            <a:p>
              <a:endParaRPr/>
            </a:p>
          </p:txBody>
        </p:sp>
        <p:pic>
          <p:nvPicPr>
            <p:cNvPr id="21" name="object 21"/>
            <p:cNvPicPr/>
            <p:nvPr/>
          </p:nvPicPr>
          <p:blipFill>
            <a:blip r:embed="rId8" cstate="print"/>
            <a:stretch>
              <a:fillRect/>
            </a:stretch>
          </p:blipFill>
          <p:spPr>
            <a:xfrm>
              <a:off x="2280561" y="2420776"/>
              <a:ext cx="214490" cy="130301"/>
            </a:xfrm>
            <a:prstGeom prst="rect">
              <a:avLst/>
            </a:prstGeom>
          </p:spPr>
        </p:pic>
      </p:grpSp>
      <p:grpSp>
        <p:nvGrpSpPr>
          <p:cNvPr id="22" name="object 22"/>
          <p:cNvGrpSpPr/>
          <p:nvPr/>
        </p:nvGrpSpPr>
        <p:grpSpPr>
          <a:xfrm>
            <a:off x="839958" y="1933559"/>
            <a:ext cx="8639175" cy="4629150"/>
            <a:chOff x="839958" y="1933559"/>
            <a:chExt cx="8639175" cy="4629150"/>
          </a:xfrm>
        </p:grpSpPr>
        <p:sp>
          <p:nvSpPr>
            <p:cNvPr id="23" name="object 23"/>
            <p:cNvSpPr/>
            <p:nvPr/>
          </p:nvSpPr>
          <p:spPr>
            <a:xfrm>
              <a:off x="1720824" y="4567173"/>
              <a:ext cx="542290" cy="220979"/>
            </a:xfrm>
            <a:custGeom>
              <a:avLst/>
              <a:gdLst/>
              <a:ahLst/>
              <a:cxnLst/>
              <a:rect l="l" t="t" r="r" b="b"/>
              <a:pathLst>
                <a:path w="542289" h="220979">
                  <a:moveTo>
                    <a:pt x="542048" y="38074"/>
                  </a:moveTo>
                  <a:lnTo>
                    <a:pt x="521500" y="1549"/>
                  </a:lnTo>
                  <a:lnTo>
                    <a:pt x="512432" y="0"/>
                  </a:lnTo>
                  <a:lnTo>
                    <a:pt x="508431" y="0"/>
                  </a:lnTo>
                  <a:lnTo>
                    <a:pt x="504444" y="1333"/>
                  </a:lnTo>
                  <a:lnTo>
                    <a:pt x="395503" y="68859"/>
                  </a:lnTo>
                  <a:lnTo>
                    <a:pt x="395554" y="68694"/>
                  </a:lnTo>
                  <a:lnTo>
                    <a:pt x="383540" y="32181"/>
                  </a:lnTo>
                  <a:lnTo>
                    <a:pt x="164147" y="2336"/>
                  </a:lnTo>
                  <a:lnTo>
                    <a:pt x="157492" y="1663"/>
                  </a:lnTo>
                  <a:lnTo>
                    <a:pt x="150825" y="2336"/>
                  </a:lnTo>
                  <a:lnTo>
                    <a:pt x="144500" y="4330"/>
                  </a:lnTo>
                  <a:lnTo>
                    <a:pt x="22301" y="46024"/>
                  </a:lnTo>
                  <a:lnTo>
                    <a:pt x="17970" y="47688"/>
                  </a:lnTo>
                  <a:lnTo>
                    <a:pt x="15646" y="52362"/>
                  </a:lnTo>
                  <a:lnTo>
                    <a:pt x="16979" y="56692"/>
                  </a:lnTo>
                  <a:lnTo>
                    <a:pt x="18643" y="61023"/>
                  </a:lnTo>
                  <a:lnTo>
                    <a:pt x="23304" y="63690"/>
                  </a:lnTo>
                  <a:lnTo>
                    <a:pt x="27635" y="62026"/>
                  </a:lnTo>
                  <a:lnTo>
                    <a:pt x="153822" y="19011"/>
                  </a:lnTo>
                  <a:lnTo>
                    <a:pt x="158153" y="18338"/>
                  </a:lnTo>
                  <a:lnTo>
                    <a:pt x="162153" y="19011"/>
                  </a:lnTo>
                  <a:lnTo>
                    <a:pt x="377240" y="46355"/>
                  </a:lnTo>
                  <a:lnTo>
                    <a:pt x="380580" y="50685"/>
                  </a:lnTo>
                  <a:lnTo>
                    <a:pt x="378904" y="73037"/>
                  </a:lnTo>
                  <a:lnTo>
                    <a:pt x="373913" y="77698"/>
                  </a:lnTo>
                  <a:lnTo>
                    <a:pt x="353352" y="78066"/>
                  </a:lnTo>
                  <a:lnTo>
                    <a:pt x="353352" y="94983"/>
                  </a:lnTo>
                  <a:lnTo>
                    <a:pt x="323634" y="113398"/>
                  </a:lnTo>
                  <a:lnTo>
                    <a:pt x="292277" y="96100"/>
                  </a:lnTo>
                  <a:lnTo>
                    <a:pt x="353352" y="94983"/>
                  </a:lnTo>
                  <a:lnTo>
                    <a:pt x="353352" y="78066"/>
                  </a:lnTo>
                  <a:lnTo>
                    <a:pt x="262496" y="79654"/>
                  </a:lnTo>
                  <a:lnTo>
                    <a:pt x="258381" y="77368"/>
                  </a:lnTo>
                  <a:lnTo>
                    <a:pt x="253377" y="79044"/>
                  </a:lnTo>
                  <a:lnTo>
                    <a:pt x="253111" y="79489"/>
                  </a:lnTo>
                  <a:lnTo>
                    <a:pt x="215087" y="78041"/>
                  </a:lnTo>
                  <a:lnTo>
                    <a:pt x="210756" y="77368"/>
                  </a:lnTo>
                  <a:lnTo>
                    <a:pt x="206768" y="81368"/>
                  </a:lnTo>
                  <a:lnTo>
                    <a:pt x="206095" y="90703"/>
                  </a:lnTo>
                  <a:lnTo>
                    <a:pt x="209765" y="94716"/>
                  </a:lnTo>
                  <a:lnTo>
                    <a:pt x="214426" y="94716"/>
                  </a:lnTo>
                  <a:lnTo>
                    <a:pt x="258178" y="96354"/>
                  </a:lnTo>
                  <a:lnTo>
                    <a:pt x="258610" y="96596"/>
                  </a:lnTo>
                  <a:lnTo>
                    <a:pt x="258381" y="96710"/>
                  </a:lnTo>
                  <a:lnTo>
                    <a:pt x="258813" y="96710"/>
                  </a:lnTo>
                  <a:lnTo>
                    <a:pt x="319976" y="130403"/>
                  </a:lnTo>
                  <a:lnTo>
                    <a:pt x="322643" y="132067"/>
                  </a:lnTo>
                  <a:lnTo>
                    <a:pt x="325640" y="132067"/>
                  </a:lnTo>
                  <a:lnTo>
                    <a:pt x="511098" y="17018"/>
                  </a:lnTo>
                  <a:lnTo>
                    <a:pt x="517753" y="17018"/>
                  </a:lnTo>
                  <a:lnTo>
                    <a:pt x="522084" y="20345"/>
                  </a:lnTo>
                  <a:lnTo>
                    <a:pt x="525424" y="32689"/>
                  </a:lnTo>
                  <a:lnTo>
                    <a:pt x="526745" y="39014"/>
                  </a:lnTo>
                  <a:lnTo>
                    <a:pt x="524421" y="45694"/>
                  </a:lnTo>
                  <a:lnTo>
                    <a:pt x="322973" y="195427"/>
                  </a:lnTo>
                  <a:lnTo>
                    <a:pt x="317652" y="197764"/>
                  </a:lnTo>
                  <a:lnTo>
                    <a:pt x="303326" y="202107"/>
                  </a:lnTo>
                  <a:lnTo>
                    <a:pt x="298996" y="203771"/>
                  </a:lnTo>
                  <a:lnTo>
                    <a:pt x="294005" y="203441"/>
                  </a:lnTo>
                  <a:lnTo>
                    <a:pt x="99225" y="138734"/>
                  </a:lnTo>
                  <a:lnTo>
                    <a:pt x="91033" y="136855"/>
                  </a:lnTo>
                  <a:lnTo>
                    <a:pt x="1993" y="172758"/>
                  </a:lnTo>
                  <a:lnTo>
                    <a:pt x="0" y="178092"/>
                  </a:lnTo>
                  <a:lnTo>
                    <a:pt x="3987" y="186093"/>
                  </a:lnTo>
                  <a:lnTo>
                    <a:pt x="8978" y="188099"/>
                  </a:lnTo>
                  <a:lnTo>
                    <a:pt x="80238" y="153416"/>
                  </a:lnTo>
                  <a:lnTo>
                    <a:pt x="87236" y="152742"/>
                  </a:lnTo>
                  <a:lnTo>
                    <a:pt x="288340" y="219773"/>
                  </a:lnTo>
                  <a:lnTo>
                    <a:pt x="292671" y="220446"/>
                  </a:lnTo>
                  <a:lnTo>
                    <a:pt x="297002" y="220446"/>
                  </a:lnTo>
                  <a:lnTo>
                    <a:pt x="295998" y="219443"/>
                  </a:lnTo>
                  <a:lnTo>
                    <a:pt x="299669" y="219443"/>
                  </a:lnTo>
                  <a:lnTo>
                    <a:pt x="303326" y="218782"/>
                  </a:lnTo>
                  <a:lnTo>
                    <a:pt x="315976" y="215112"/>
                  </a:lnTo>
                  <a:lnTo>
                    <a:pt x="323634" y="213106"/>
                  </a:lnTo>
                  <a:lnTo>
                    <a:pt x="330301" y="209778"/>
                  </a:lnTo>
                  <a:lnTo>
                    <a:pt x="528751" y="62369"/>
                  </a:lnTo>
                  <a:lnTo>
                    <a:pt x="535635" y="55651"/>
                  </a:lnTo>
                  <a:lnTo>
                    <a:pt x="540156" y="47358"/>
                  </a:lnTo>
                  <a:lnTo>
                    <a:pt x="542048" y="38074"/>
                  </a:lnTo>
                  <a:close/>
                </a:path>
              </a:pathLst>
            </a:custGeom>
            <a:solidFill>
              <a:srgbClr val="2A6A83"/>
            </a:solidFill>
          </p:spPr>
          <p:txBody>
            <a:bodyPr wrap="square" lIns="0" tIns="0" rIns="0" bIns="0" rtlCol="0"/>
            <a:lstStyle/>
            <a:p>
              <a:endParaRPr/>
            </a:p>
          </p:txBody>
        </p:sp>
        <p:pic>
          <p:nvPicPr>
            <p:cNvPr id="24" name="object 24"/>
            <p:cNvPicPr/>
            <p:nvPr/>
          </p:nvPicPr>
          <p:blipFill>
            <a:blip r:embed="rId9" cstate="print"/>
            <a:stretch>
              <a:fillRect/>
            </a:stretch>
          </p:blipFill>
          <p:spPr>
            <a:xfrm>
              <a:off x="1932251" y="4158964"/>
              <a:ext cx="273377" cy="452890"/>
            </a:xfrm>
            <a:prstGeom prst="rect">
              <a:avLst/>
            </a:prstGeom>
          </p:spPr>
        </p:pic>
        <p:pic>
          <p:nvPicPr>
            <p:cNvPr id="25" name="object 25"/>
            <p:cNvPicPr/>
            <p:nvPr/>
          </p:nvPicPr>
          <p:blipFill>
            <a:blip r:embed="rId10" cstate="print"/>
            <a:stretch>
              <a:fillRect/>
            </a:stretch>
          </p:blipFill>
          <p:spPr>
            <a:xfrm>
              <a:off x="2627262" y="5931795"/>
              <a:ext cx="118535" cy="118757"/>
            </a:xfrm>
            <a:prstGeom prst="rect">
              <a:avLst/>
            </a:prstGeom>
          </p:spPr>
        </p:pic>
        <p:sp>
          <p:nvSpPr>
            <p:cNvPr id="26" name="object 26"/>
            <p:cNvSpPr/>
            <p:nvPr/>
          </p:nvSpPr>
          <p:spPr>
            <a:xfrm>
              <a:off x="2558884" y="5880061"/>
              <a:ext cx="477520" cy="571500"/>
            </a:xfrm>
            <a:custGeom>
              <a:avLst/>
              <a:gdLst/>
              <a:ahLst/>
              <a:cxnLst/>
              <a:rect l="l" t="t" r="r" b="b"/>
              <a:pathLst>
                <a:path w="477519" h="571500">
                  <a:moveTo>
                    <a:pt x="477329" y="149263"/>
                  </a:moveTo>
                  <a:lnTo>
                    <a:pt x="453351" y="118135"/>
                  </a:lnTo>
                  <a:lnTo>
                    <a:pt x="428993" y="94119"/>
                  </a:lnTo>
                  <a:lnTo>
                    <a:pt x="440639" y="82867"/>
                  </a:lnTo>
                  <a:lnTo>
                    <a:pt x="451408" y="73863"/>
                  </a:lnTo>
                  <a:lnTo>
                    <a:pt x="461429" y="66967"/>
                  </a:lnTo>
                  <a:lnTo>
                    <a:pt x="470839" y="62090"/>
                  </a:lnTo>
                  <a:lnTo>
                    <a:pt x="474192" y="60642"/>
                  </a:lnTo>
                  <a:lnTo>
                    <a:pt x="476415" y="57391"/>
                  </a:lnTo>
                  <a:lnTo>
                    <a:pt x="476643" y="50736"/>
                  </a:lnTo>
                  <a:lnTo>
                    <a:pt x="476669" y="50063"/>
                  </a:lnTo>
                  <a:lnTo>
                    <a:pt x="474713" y="46710"/>
                  </a:lnTo>
                  <a:lnTo>
                    <a:pt x="471411" y="44996"/>
                  </a:lnTo>
                  <a:lnTo>
                    <a:pt x="450303" y="36563"/>
                  </a:lnTo>
                  <a:lnTo>
                    <a:pt x="448551" y="35864"/>
                  </a:lnTo>
                  <a:lnTo>
                    <a:pt x="445668" y="35255"/>
                  </a:lnTo>
                  <a:lnTo>
                    <a:pt x="445668" y="54724"/>
                  </a:lnTo>
                  <a:lnTo>
                    <a:pt x="436981" y="61226"/>
                  </a:lnTo>
                  <a:lnTo>
                    <a:pt x="408317" y="88455"/>
                  </a:lnTo>
                  <a:lnTo>
                    <a:pt x="405625" y="92951"/>
                  </a:lnTo>
                  <a:lnTo>
                    <a:pt x="406006" y="98196"/>
                  </a:lnTo>
                  <a:lnTo>
                    <a:pt x="407276" y="100609"/>
                  </a:lnTo>
                  <a:lnTo>
                    <a:pt x="409308" y="102260"/>
                  </a:lnTo>
                  <a:lnTo>
                    <a:pt x="417474" y="109105"/>
                  </a:lnTo>
                  <a:lnTo>
                    <a:pt x="425246" y="116179"/>
                  </a:lnTo>
                  <a:lnTo>
                    <a:pt x="432638" y="123520"/>
                  </a:lnTo>
                  <a:lnTo>
                    <a:pt x="439724" y="131191"/>
                  </a:lnTo>
                  <a:lnTo>
                    <a:pt x="424967" y="128498"/>
                  </a:lnTo>
                  <a:lnTo>
                    <a:pt x="410311" y="127000"/>
                  </a:lnTo>
                  <a:lnTo>
                    <a:pt x="395782" y="126276"/>
                  </a:lnTo>
                  <a:lnTo>
                    <a:pt x="361746" y="125450"/>
                  </a:lnTo>
                  <a:lnTo>
                    <a:pt x="342506" y="123926"/>
                  </a:lnTo>
                  <a:lnTo>
                    <a:pt x="323557" y="120396"/>
                  </a:lnTo>
                  <a:lnTo>
                    <a:pt x="304761" y="113817"/>
                  </a:lnTo>
                  <a:lnTo>
                    <a:pt x="304761" y="36563"/>
                  </a:lnTo>
                  <a:lnTo>
                    <a:pt x="324116" y="42265"/>
                  </a:lnTo>
                  <a:lnTo>
                    <a:pt x="343306" y="45364"/>
                  </a:lnTo>
                  <a:lnTo>
                    <a:pt x="362305" y="46710"/>
                  </a:lnTo>
                  <a:lnTo>
                    <a:pt x="397598" y="47574"/>
                  </a:lnTo>
                  <a:lnTo>
                    <a:pt x="413829" y="48552"/>
                  </a:lnTo>
                  <a:lnTo>
                    <a:pt x="429831" y="50736"/>
                  </a:lnTo>
                  <a:lnTo>
                    <a:pt x="445668" y="54724"/>
                  </a:lnTo>
                  <a:lnTo>
                    <a:pt x="445668" y="35255"/>
                  </a:lnTo>
                  <a:lnTo>
                    <a:pt x="425894" y="30975"/>
                  </a:lnTo>
                  <a:lnTo>
                    <a:pt x="403491" y="28943"/>
                  </a:lnTo>
                  <a:lnTo>
                    <a:pt x="360426" y="27736"/>
                  </a:lnTo>
                  <a:lnTo>
                    <a:pt x="339902" y="25933"/>
                  </a:lnTo>
                  <a:lnTo>
                    <a:pt x="319671" y="21666"/>
                  </a:lnTo>
                  <a:lnTo>
                    <a:pt x="303860" y="15379"/>
                  </a:lnTo>
                  <a:lnTo>
                    <a:pt x="303860" y="4229"/>
                  </a:lnTo>
                  <a:lnTo>
                    <a:pt x="299643" y="0"/>
                  </a:lnTo>
                  <a:lnTo>
                    <a:pt x="289229" y="0"/>
                  </a:lnTo>
                  <a:lnTo>
                    <a:pt x="285013" y="4229"/>
                  </a:lnTo>
                  <a:lnTo>
                    <a:pt x="285013" y="162026"/>
                  </a:lnTo>
                  <a:lnTo>
                    <a:pt x="283311" y="162064"/>
                  </a:lnTo>
                  <a:lnTo>
                    <a:pt x="272059" y="166370"/>
                  </a:lnTo>
                  <a:lnTo>
                    <a:pt x="256946" y="173101"/>
                  </a:lnTo>
                  <a:lnTo>
                    <a:pt x="234607" y="180733"/>
                  </a:lnTo>
                  <a:lnTo>
                    <a:pt x="187147" y="193903"/>
                  </a:lnTo>
                  <a:lnTo>
                    <a:pt x="147345" y="198729"/>
                  </a:lnTo>
                  <a:lnTo>
                    <a:pt x="106121" y="200621"/>
                  </a:lnTo>
                  <a:lnTo>
                    <a:pt x="87287" y="202018"/>
                  </a:lnTo>
                  <a:lnTo>
                    <a:pt x="70510" y="204152"/>
                  </a:lnTo>
                  <a:lnTo>
                    <a:pt x="55435" y="207467"/>
                  </a:lnTo>
                  <a:lnTo>
                    <a:pt x="55613" y="207467"/>
                  </a:lnTo>
                  <a:lnTo>
                    <a:pt x="35179" y="216306"/>
                  </a:lnTo>
                  <a:lnTo>
                    <a:pt x="17056" y="230466"/>
                  </a:lnTo>
                  <a:lnTo>
                    <a:pt x="4343" y="248793"/>
                  </a:lnTo>
                  <a:lnTo>
                    <a:pt x="0" y="270230"/>
                  </a:lnTo>
                  <a:lnTo>
                    <a:pt x="3149" y="352996"/>
                  </a:lnTo>
                  <a:lnTo>
                    <a:pt x="26187" y="400799"/>
                  </a:lnTo>
                  <a:lnTo>
                    <a:pt x="55257" y="425983"/>
                  </a:lnTo>
                  <a:lnTo>
                    <a:pt x="55651" y="536676"/>
                  </a:lnTo>
                  <a:lnTo>
                    <a:pt x="58242" y="549300"/>
                  </a:lnTo>
                  <a:lnTo>
                    <a:pt x="65366" y="559816"/>
                  </a:lnTo>
                  <a:lnTo>
                    <a:pt x="65468" y="559981"/>
                  </a:lnTo>
                  <a:lnTo>
                    <a:pt x="76339" y="567588"/>
                  </a:lnTo>
                  <a:lnTo>
                    <a:pt x="89941" y="571195"/>
                  </a:lnTo>
                  <a:lnTo>
                    <a:pt x="98818" y="571042"/>
                  </a:lnTo>
                  <a:lnTo>
                    <a:pt x="124117" y="558850"/>
                  </a:lnTo>
                  <a:lnTo>
                    <a:pt x="124675" y="559435"/>
                  </a:lnTo>
                  <a:lnTo>
                    <a:pt x="154305" y="571487"/>
                  </a:lnTo>
                  <a:lnTo>
                    <a:pt x="157200" y="571487"/>
                  </a:lnTo>
                  <a:lnTo>
                    <a:pt x="171335" y="567829"/>
                  </a:lnTo>
                  <a:lnTo>
                    <a:pt x="182245" y="560285"/>
                  </a:lnTo>
                  <a:lnTo>
                    <a:pt x="183222" y="558850"/>
                  </a:lnTo>
                  <a:lnTo>
                    <a:pt x="187210" y="553046"/>
                  </a:lnTo>
                  <a:lnTo>
                    <a:pt x="189522" y="549668"/>
                  </a:lnTo>
                  <a:lnTo>
                    <a:pt x="192265" y="536905"/>
                  </a:lnTo>
                  <a:lnTo>
                    <a:pt x="195389" y="289458"/>
                  </a:lnTo>
                  <a:lnTo>
                    <a:pt x="285013" y="239585"/>
                  </a:lnTo>
                  <a:lnTo>
                    <a:pt x="285013" y="563562"/>
                  </a:lnTo>
                  <a:lnTo>
                    <a:pt x="289229" y="567791"/>
                  </a:lnTo>
                  <a:lnTo>
                    <a:pt x="294436" y="567791"/>
                  </a:lnTo>
                  <a:lnTo>
                    <a:pt x="299643" y="567791"/>
                  </a:lnTo>
                  <a:lnTo>
                    <a:pt x="303860" y="563562"/>
                  </a:lnTo>
                  <a:lnTo>
                    <a:pt x="303860" y="229095"/>
                  </a:lnTo>
                  <a:lnTo>
                    <a:pt x="309956" y="225691"/>
                  </a:lnTo>
                  <a:lnTo>
                    <a:pt x="324878" y="192659"/>
                  </a:lnTo>
                  <a:lnTo>
                    <a:pt x="323253" y="185432"/>
                  </a:lnTo>
                  <a:lnTo>
                    <a:pt x="320154" y="178701"/>
                  </a:lnTo>
                  <a:lnTo>
                    <a:pt x="315683" y="172707"/>
                  </a:lnTo>
                  <a:lnTo>
                    <a:pt x="306628" y="165785"/>
                  </a:lnTo>
                  <a:lnTo>
                    <a:pt x="306628" y="193548"/>
                  </a:lnTo>
                  <a:lnTo>
                    <a:pt x="305803" y="202018"/>
                  </a:lnTo>
                  <a:lnTo>
                    <a:pt x="305727" y="202844"/>
                  </a:lnTo>
                  <a:lnTo>
                    <a:pt x="303504" y="206870"/>
                  </a:lnTo>
                  <a:lnTo>
                    <a:pt x="299910" y="209638"/>
                  </a:lnTo>
                  <a:lnTo>
                    <a:pt x="291960" y="214058"/>
                  </a:lnTo>
                  <a:lnTo>
                    <a:pt x="289229" y="214058"/>
                  </a:lnTo>
                  <a:lnTo>
                    <a:pt x="285800" y="217500"/>
                  </a:lnTo>
                  <a:lnTo>
                    <a:pt x="178473" y="277241"/>
                  </a:lnTo>
                  <a:lnTo>
                    <a:pt x="176618" y="280339"/>
                  </a:lnTo>
                  <a:lnTo>
                    <a:pt x="173380" y="536676"/>
                  </a:lnTo>
                  <a:lnTo>
                    <a:pt x="173304" y="544906"/>
                  </a:lnTo>
                  <a:lnTo>
                    <a:pt x="165900" y="551713"/>
                  </a:lnTo>
                  <a:lnTo>
                    <a:pt x="149733" y="553046"/>
                  </a:lnTo>
                  <a:lnTo>
                    <a:pt x="143179" y="550875"/>
                  </a:lnTo>
                  <a:lnTo>
                    <a:pt x="135483" y="543750"/>
                  </a:lnTo>
                  <a:lnTo>
                    <a:pt x="133743" y="540156"/>
                  </a:lnTo>
                  <a:lnTo>
                    <a:pt x="133743" y="536676"/>
                  </a:lnTo>
                  <a:lnTo>
                    <a:pt x="134378" y="437705"/>
                  </a:lnTo>
                  <a:lnTo>
                    <a:pt x="134416" y="432612"/>
                  </a:lnTo>
                  <a:lnTo>
                    <a:pt x="130225" y="428358"/>
                  </a:lnTo>
                  <a:lnTo>
                    <a:pt x="119748" y="428358"/>
                  </a:lnTo>
                  <a:lnTo>
                    <a:pt x="115570" y="432612"/>
                  </a:lnTo>
                  <a:lnTo>
                    <a:pt x="114871" y="536676"/>
                  </a:lnTo>
                  <a:lnTo>
                    <a:pt x="114846" y="540905"/>
                  </a:lnTo>
                  <a:lnTo>
                    <a:pt x="112179" y="544271"/>
                  </a:lnTo>
                  <a:lnTo>
                    <a:pt x="105206" y="550646"/>
                  </a:lnTo>
                  <a:lnTo>
                    <a:pt x="98171" y="552958"/>
                  </a:lnTo>
                  <a:lnTo>
                    <a:pt x="81864" y="551522"/>
                  </a:lnTo>
                  <a:lnTo>
                    <a:pt x="74498" y="544664"/>
                  </a:lnTo>
                  <a:lnTo>
                    <a:pt x="74142" y="437705"/>
                  </a:lnTo>
                  <a:lnTo>
                    <a:pt x="74028" y="401281"/>
                  </a:lnTo>
                  <a:lnTo>
                    <a:pt x="73660" y="289458"/>
                  </a:lnTo>
                  <a:lnTo>
                    <a:pt x="73634" y="278345"/>
                  </a:lnTo>
                  <a:lnTo>
                    <a:pt x="72580" y="277241"/>
                  </a:lnTo>
                  <a:lnTo>
                    <a:pt x="69443" y="274104"/>
                  </a:lnTo>
                  <a:lnTo>
                    <a:pt x="58991" y="274104"/>
                  </a:lnTo>
                  <a:lnTo>
                    <a:pt x="54775" y="278345"/>
                  </a:lnTo>
                  <a:lnTo>
                    <a:pt x="55016" y="352996"/>
                  </a:lnTo>
                  <a:lnTo>
                    <a:pt x="55054" y="363601"/>
                  </a:lnTo>
                  <a:lnTo>
                    <a:pt x="55181" y="401281"/>
                  </a:lnTo>
                  <a:lnTo>
                    <a:pt x="24041" y="363601"/>
                  </a:lnTo>
                  <a:lnTo>
                    <a:pt x="18859" y="270230"/>
                  </a:lnTo>
                  <a:lnTo>
                    <a:pt x="18834" y="269532"/>
                  </a:lnTo>
                  <a:lnTo>
                    <a:pt x="22199" y="255244"/>
                  </a:lnTo>
                  <a:lnTo>
                    <a:pt x="60960" y="225526"/>
                  </a:lnTo>
                  <a:lnTo>
                    <a:pt x="108242" y="219405"/>
                  </a:lnTo>
                  <a:lnTo>
                    <a:pt x="148564" y="217563"/>
                  </a:lnTo>
                  <a:lnTo>
                    <a:pt x="164312" y="216522"/>
                  </a:lnTo>
                  <a:lnTo>
                    <a:pt x="212458" y="206870"/>
                  </a:lnTo>
                  <a:lnTo>
                    <a:pt x="263702" y="190690"/>
                  </a:lnTo>
                  <a:lnTo>
                    <a:pt x="287553" y="179108"/>
                  </a:lnTo>
                  <a:lnTo>
                    <a:pt x="289229" y="180784"/>
                  </a:lnTo>
                  <a:lnTo>
                    <a:pt x="294436" y="180784"/>
                  </a:lnTo>
                  <a:lnTo>
                    <a:pt x="297421" y="180784"/>
                  </a:lnTo>
                  <a:lnTo>
                    <a:pt x="305104" y="189026"/>
                  </a:lnTo>
                  <a:lnTo>
                    <a:pt x="306628" y="193548"/>
                  </a:lnTo>
                  <a:lnTo>
                    <a:pt x="306628" y="165785"/>
                  </a:lnTo>
                  <a:lnTo>
                    <a:pt x="306082" y="165366"/>
                  </a:lnTo>
                  <a:lnTo>
                    <a:pt x="303860" y="164655"/>
                  </a:lnTo>
                  <a:lnTo>
                    <a:pt x="303860" y="133299"/>
                  </a:lnTo>
                  <a:lnTo>
                    <a:pt x="313905" y="137299"/>
                  </a:lnTo>
                  <a:lnTo>
                    <a:pt x="336562" y="142189"/>
                  </a:lnTo>
                  <a:lnTo>
                    <a:pt x="358978" y="144233"/>
                  </a:lnTo>
                  <a:lnTo>
                    <a:pt x="402043" y="145427"/>
                  </a:lnTo>
                  <a:lnTo>
                    <a:pt x="422579" y="147231"/>
                  </a:lnTo>
                  <a:lnTo>
                    <a:pt x="442798" y="151498"/>
                  </a:lnTo>
                  <a:lnTo>
                    <a:pt x="462851" y="159486"/>
                  </a:lnTo>
                  <a:lnTo>
                    <a:pt x="464210" y="160185"/>
                  </a:lnTo>
                  <a:lnTo>
                    <a:pt x="465670" y="160515"/>
                  </a:lnTo>
                  <a:lnTo>
                    <a:pt x="469747" y="160515"/>
                  </a:lnTo>
                  <a:lnTo>
                    <a:pt x="472135" y="159486"/>
                  </a:lnTo>
                  <a:lnTo>
                    <a:pt x="472287" y="159486"/>
                  </a:lnTo>
                  <a:lnTo>
                    <a:pt x="477062" y="154025"/>
                  </a:lnTo>
                  <a:lnTo>
                    <a:pt x="477202" y="151498"/>
                  </a:lnTo>
                  <a:lnTo>
                    <a:pt x="477329" y="149263"/>
                  </a:lnTo>
                  <a:close/>
                </a:path>
              </a:pathLst>
            </a:custGeom>
            <a:solidFill>
              <a:srgbClr val="2A6A83"/>
            </a:solidFill>
          </p:spPr>
          <p:txBody>
            <a:bodyPr wrap="square" lIns="0" tIns="0" rIns="0" bIns="0" rtlCol="0"/>
            <a:lstStyle/>
            <a:p>
              <a:endParaRPr/>
            </a:p>
          </p:txBody>
        </p:sp>
        <p:sp>
          <p:nvSpPr>
            <p:cNvPr id="27" name="object 27"/>
            <p:cNvSpPr/>
            <p:nvPr/>
          </p:nvSpPr>
          <p:spPr>
            <a:xfrm>
              <a:off x="5380393" y="4371092"/>
              <a:ext cx="1626870" cy="1728470"/>
            </a:xfrm>
            <a:custGeom>
              <a:avLst/>
              <a:gdLst/>
              <a:ahLst/>
              <a:cxnLst/>
              <a:rect l="l" t="t" r="r" b="b"/>
              <a:pathLst>
                <a:path w="1626870" h="1728470">
                  <a:moveTo>
                    <a:pt x="0" y="1727898"/>
                  </a:moveTo>
                  <a:lnTo>
                    <a:pt x="47901" y="1721507"/>
                  </a:lnTo>
                  <a:lnTo>
                    <a:pt x="95409" y="1713905"/>
                  </a:lnTo>
                  <a:lnTo>
                    <a:pt x="142507" y="1705106"/>
                  </a:lnTo>
                  <a:lnTo>
                    <a:pt x="189179" y="1695128"/>
                  </a:lnTo>
                  <a:lnTo>
                    <a:pt x="235408" y="1683986"/>
                  </a:lnTo>
                  <a:lnTo>
                    <a:pt x="281179" y="1671698"/>
                  </a:lnTo>
                  <a:lnTo>
                    <a:pt x="326475" y="1658277"/>
                  </a:lnTo>
                  <a:lnTo>
                    <a:pt x="371281" y="1643742"/>
                  </a:lnTo>
                  <a:lnTo>
                    <a:pt x="415580" y="1628108"/>
                  </a:lnTo>
                  <a:lnTo>
                    <a:pt x="459356" y="1611391"/>
                  </a:lnTo>
                  <a:lnTo>
                    <a:pt x="502593" y="1593607"/>
                  </a:lnTo>
                  <a:lnTo>
                    <a:pt x="545274" y="1574773"/>
                  </a:lnTo>
                  <a:lnTo>
                    <a:pt x="587384" y="1554904"/>
                  </a:lnTo>
                  <a:lnTo>
                    <a:pt x="628907" y="1534017"/>
                  </a:lnTo>
                  <a:lnTo>
                    <a:pt x="669826" y="1512127"/>
                  </a:lnTo>
                  <a:lnTo>
                    <a:pt x="710126" y="1489252"/>
                  </a:lnTo>
                  <a:lnTo>
                    <a:pt x="749789" y="1465407"/>
                  </a:lnTo>
                  <a:lnTo>
                    <a:pt x="788800" y="1440608"/>
                  </a:lnTo>
                  <a:lnTo>
                    <a:pt x="827144" y="1414871"/>
                  </a:lnTo>
                  <a:lnTo>
                    <a:pt x="864802" y="1388213"/>
                  </a:lnTo>
                  <a:lnTo>
                    <a:pt x="901761" y="1360650"/>
                  </a:lnTo>
                  <a:lnTo>
                    <a:pt x="938003" y="1332197"/>
                  </a:lnTo>
                  <a:lnTo>
                    <a:pt x="973512" y="1302871"/>
                  </a:lnTo>
                  <a:lnTo>
                    <a:pt x="1008272" y="1272689"/>
                  </a:lnTo>
                  <a:lnTo>
                    <a:pt x="1042268" y="1241665"/>
                  </a:lnTo>
                  <a:lnTo>
                    <a:pt x="1075482" y="1209817"/>
                  </a:lnTo>
                  <a:lnTo>
                    <a:pt x="1107899" y="1177160"/>
                  </a:lnTo>
                  <a:lnTo>
                    <a:pt x="1139503" y="1143711"/>
                  </a:lnTo>
                  <a:lnTo>
                    <a:pt x="1170277" y="1109485"/>
                  </a:lnTo>
                  <a:lnTo>
                    <a:pt x="1200205" y="1074500"/>
                  </a:lnTo>
                  <a:lnTo>
                    <a:pt x="1229272" y="1038770"/>
                  </a:lnTo>
                  <a:lnTo>
                    <a:pt x="1257461" y="1002312"/>
                  </a:lnTo>
                  <a:lnTo>
                    <a:pt x="1284755" y="965143"/>
                  </a:lnTo>
                  <a:lnTo>
                    <a:pt x="1311140" y="927278"/>
                  </a:lnTo>
                  <a:lnTo>
                    <a:pt x="1336598" y="888734"/>
                  </a:lnTo>
                  <a:lnTo>
                    <a:pt x="1361114" y="849526"/>
                  </a:lnTo>
                  <a:lnTo>
                    <a:pt x="1384671" y="809671"/>
                  </a:lnTo>
                  <a:lnTo>
                    <a:pt x="1407253" y="769185"/>
                  </a:lnTo>
                  <a:lnTo>
                    <a:pt x="1428845" y="728084"/>
                  </a:lnTo>
                  <a:lnTo>
                    <a:pt x="1449429" y="686384"/>
                  </a:lnTo>
                  <a:lnTo>
                    <a:pt x="1468991" y="644101"/>
                  </a:lnTo>
                  <a:lnTo>
                    <a:pt x="1487513" y="601252"/>
                  </a:lnTo>
                  <a:lnTo>
                    <a:pt x="1504980" y="557853"/>
                  </a:lnTo>
                  <a:lnTo>
                    <a:pt x="1521375" y="513919"/>
                  </a:lnTo>
                  <a:lnTo>
                    <a:pt x="1536683" y="469467"/>
                  </a:lnTo>
                  <a:lnTo>
                    <a:pt x="1550886" y="424513"/>
                  </a:lnTo>
                  <a:lnTo>
                    <a:pt x="1563970" y="379073"/>
                  </a:lnTo>
                  <a:lnTo>
                    <a:pt x="1575918" y="333164"/>
                  </a:lnTo>
                  <a:lnTo>
                    <a:pt x="1586713" y="286801"/>
                  </a:lnTo>
                  <a:lnTo>
                    <a:pt x="1596341" y="240000"/>
                  </a:lnTo>
                  <a:lnTo>
                    <a:pt x="1604783" y="192778"/>
                  </a:lnTo>
                  <a:lnTo>
                    <a:pt x="1612026" y="145151"/>
                  </a:lnTo>
                  <a:lnTo>
                    <a:pt x="1618051" y="97135"/>
                  </a:lnTo>
                  <a:lnTo>
                    <a:pt x="1622843" y="48745"/>
                  </a:lnTo>
                  <a:lnTo>
                    <a:pt x="1626387" y="0"/>
                  </a:lnTo>
                </a:path>
              </a:pathLst>
            </a:custGeom>
            <a:ln w="76200">
              <a:solidFill>
                <a:srgbClr val="870608"/>
              </a:solidFill>
              <a:prstDash val="dot"/>
            </a:ln>
          </p:spPr>
          <p:txBody>
            <a:bodyPr wrap="square" lIns="0" tIns="0" rIns="0" bIns="0" rtlCol="0"/>
            <a:lstStyle/>
            <a:p>
              <a:endParaRPr/>
            </a:p>
          </p:txBody>
        </p:sp>
        <p:sp>
          <p:nvSpPr>
            <p:cNvPr id="28" name="object 28"/>
            <p:cNvSpPr/>
            <p:nvPr/>
          </p:nvSpPr>
          <p:spPr>
            <a:xfrm>
              <a:off x="5268881" y="2409385"/>
              <a:ext cx="1728470" cy="1626870"/>
            </a:xfrm>
            <a:custGeom>
              <a:avLst/>
              <a:gdLst/>
              <a:ahLst/>
              <a:cxnLst/>
              <a:rect l="l" t="t" r="r" b="b"/>
              <a:pathLst>
                <a:path w="1728470" h="1626870">
                  <a:moveTo>
                    <a:pt x="1727898" y="1626387"/>
                  </a:moveTo>
                  <a:lnTo>
                    <a:pt x="1721507" y="1578485"/>
                  </a:lnTo>
                  <a:lnTo>
                    <a:pt x="1713905" y="1530977"/>
                  </a:lnTo>
                  <a:lnTo>
                    <a:pt x="1705106" y="1483880"/>
                  </a:lnTo>
                  <a:lnTo>
                    <a:pt x="1695128" y="1437208"/>
                  </a:lnTo>
                  <a:lnTo>
                    <a:pt x="1683986" y="1390978"/>
                  </a:lnTo>
                  <a:lnTo>
                    <a:pt x="1671698" y="1345208"/>
                  </a:lnTo>
                  <a:lnTo>
                    <a:pt x="1658277" y="1299911"/>
                  </a:lnTo>
                  <a:lnTo>
                    <a:pt x="1643742" y="1255105"/>
                  </a:lnTo>
                  <a:lnTo>
                    <a:pt x="1628108" y="1210807"/>
                  </a:lnTo>
                  <a:lnTo>
                    <a:pt x="1611391" y="1167031"/>
                  </a:lnTo>
                  <a:lnTo>
                    <a:pt x="1593607" y="1123794"/>
                  </a:lnTo>
                  <a:lnTo>
                    <a:pt x="1574773" y="1081112"/>
                  </a:lnTo>
                  <a:lnTo>
                    <a:pt x="1554904" y="1039002"/>
                  </a:lnTo>
                  <a:lnTo>
                    <a:pt x="1534017" y="997479"/>
                  </a:lnTo>
                  <a:lnTo>
                    <a:pt x="1512127" y="956560"/>
                  </a:lnTo>
                  <a:lnTo>
                    <a:pt x="1489252" y="916261"/>
                  </a:lnTo>
                  <a:lnTo>
                    <a:pt x="1465407" y="876597"/>
                  </a:lnTo>
                  <a:lnTo>
                    <a:pt x="1440608" y="837586"/>
                  </a:lnTo>
                  <a:lnTo>
                    <a:pt x="1414871" y="799243"/>
                  </a:lnTo>
                  <a:lnTo>
                    <a:pt x="1388213" y="761584"/>
                  </a:lnTo>
                  <a:lnTo>
                    <a:pt x="1360650" y="724625"/>
                  </a:lnTo>
                  <a:lnTo>
                    <a:pt x="1332197" y="688384"/>
                  </a:lnTo>
                  <a:lnTo>
                    <a:pt x="1302871" y="652874"/>
                  </a:lnTo>
                  <a:lnTo>
                    <a:pt x="1272689" y="618114"/>
                  </a:lnTo>
                  <a:lnTo>
                    <a:pt x="1241665" y="584119"/>
                  </a:lnTo>
                  <a:lnTo>
                    <a:pt x="1209817" y="550904"/>
                  </a:lnTo>
                  <a:lnTo>
                    <a:pt x="1177160" y="518487"/>
                  </a:lnTo>
                  <a:lnTo>
                    <a:pt x="1143711" y="486884"/>
                  </a:lnTo>
                  <a:lnTo>
                    <a:pt x="1109485" y="456110"/>
                  </a:lnTo>
                  <a:lnTo>
                    <a:pt x="1074500" y="426181"/>
                  </a:lnTo>
                  <a:lnTo>
                    <a:pt x="1038770" y="397115"/>
                  </a:lnTo>
                  <a:lnTo>
                    <a:pt x="1002312" y="368926"/>
                  </a:lnTo>
                  <a:lnTo>
                    <a:pt x="965143" y="341631"/>
                  </a:lnTo>
                  <a:lnTo>
                    <a:pt x="927278" y="315247"/>
                  </a:lnTo>
                  <a:lnTo>
                    <a:pt x="888734" y="289788"/>
                  </a:lnTo>
                  <a:lnTo>
                    <a:pt x="849526" y="265273"/>
                  </a:lnTo>
                  <a:lnTo>
                    <a:pt x="809671" y="241716"/>
                  </a:lnTo>
                  <a:lnTo>
                    <a:pt x="769185" y="219133"/>
                  </a:lnTo>
                  <a:lnTo>
                    <a:pt x="728084" y="197542"/>
                  </a:lnTo>
                  <a:lnTo>
                    <a:pt x="686384" y="176957"/>
                  </a:lnTo>
                  <a:lnTo>
                    <a:pt x="644101" y="157396"/>
                  </a:lnTo>
                  <a:lnTo>
                    <a:pt x="601252" y="138873"/>
                  </a:lnTo>
                  <a:lnTo>
                    <a:pt x="557853" y="121407"/>
                  </a:lnTo>
                  <a:lnTo>
                    <a:pt x="513919" y="105011"/>
                  </a:lnTo>
                  <a:lnTo>
                    <a:pt x="469467" y="89704"/>
                  </a:lnTo>
                  <a:lnTo>
                    <a:pt x="424513" y="75500"/>
                  </a:lnTo>
                  <a:lnTo>
                    <a:pt x="379073" y="62416"/>
                  </a:lnTo>
                  <a:lnTo>
                    <a:pt x="333164" y="50469"/>
                  </a:lnTo>
                  <a:lnTo>
                    <a:pt x="286801" y="39673"/>
                  </a:lnTo>
                  <a:lnTo>
                    <a:pt x="240000" y="30046"/>
                  </a:lnTo>
                  <a:lnTo>
                    <a:pt x="192778" y="21603"/>
                  </a:lnTo>
                  <a:lnTo>
                    <a:pt x="145151" y="14361"/>
                  </a:lnTo>
                  <a:lnTo>
                    <a:pt x="97135" y="8336"/>
                  </a:lnTo>
                  <a:lnTo>
                    <a:pt x="48745" y="3543"/>
                  </a:lnTo>
                  <a:lnTo>
                    <a:pt x="0" y="0"/>
                  </a:lnTo>
                </a:path>
              </a:pathLst>
            </a:custGeom>
            <a:ln w="76200">
              <a:solidFill>
                <a:srgbClr val="870608"/>
              </a:solidFill>
              <a:prstDash val="dot"/>
            </a:ln>
          </p:spPr>
          <p:txBody>
            <a:bodyPr wrap="square" lIns="0" tIns="0" rIns="0" bIns="0" rtlCol="0"/>
            <a:lstStyle/>
            <a:p>
              <a:endParaRPr/>
            </a:p>
          </p:txBody>
        </p:sp>
        <p:sp>
          <p:nvSpPr>
            <p:cNvPr id="29" name="object 29"/>
            <p:cNvSpPr/>
            <p:nvPr/>
          </p:nvSpPr>
          <p:spPr>
            <a:xfrm>
              <a:off x="3307174" y="2419385"/>
              <a:ext cx="1626870" cy="1728470"/>
            </a:xfrm>
            <a:custGeom>
              <a:avLst/>
              <a:gdLst/>
              <a:ahLst/>
              <a:cxnLst/>
              <a:rect l="l" t="t" r="r" b="b"/>
              <a:pathLst>
                <a:path w="1626870" h="1728470">
                  <a:moveTo>
                    <a:pt x="1626387" y="0"/>
                  </a:moveTo>
                  <a:lnTo>
                    <a:pt x="1578485" y="6390"/>
                  </a:lnTo>
                  <a:lnTo>
                    <a:pt x="1530977" y="13993"/>
                  </a:lnTo>
                  <a:lnTo>
                    <a:pt x="1483880" y="22791"/>
                  </a:lnTo>
                  <a:lnTo>
                    <a:pt x="1437208" y="32769"/>
                  </a:lnTo>
                  <a:lnTo>
                    <a:pt x="1390978" y="43911"/>
                  </a:lnTo>
                  <a:lnTo>
                    <a:pt x="1345208" y="56200"/>
                  </a:lnTo>
                  <a:lnTo>
                    <a:pt x="1299911" y="69620"/>
                  </a:lnTo>
                  <a:lnTo>
                    <a:pt x="1255105" y="84155"/>
                  </a:lnTo>
                  <a:lnTo>
                    <a:pt x="1210807" y="99790"/>
                  </a:lnTo>
                  <a:lnTo>
                    <a:pt x="1167031" y="116507"/>
                  </a:lnTo>
                  <a:lnTo>
                    <a:pt x="1123794" y="134291"/>
                  </a:lnTo>
                  <a:lnTo>
                    <a:pt x="1081112" y="153125"/>
                  </a:lnTo>
                  <a:lnTo>
                    <a:pt x="1039002" y="172994"/>
                  </a:lnTo>
                  <a:lnTo>
                    <a:pt x="997479" y="193881"/>
                  </a:lnTo>
                  <a:lnTo>
                    <a:pt x="956560" y="215770"/>
                  </a:lnTo>
                  <a:lnTo>
                    <a:pt x="916261" y="238645"/>
                  </a:lnTo>
                  <a:lnTo>
                    <a:pt x="876597" y="262491"/>
                  </a:lnTo>
                  <a:lnTo>
                    <a:pt x="837586" y="287290"/>
                  </a:lnTo>
                  <a:lnTo>
                    <a:pt x="799243" y="313026"/>
                  </a:lnTo>
                  <a:lnTo>
                    <a:pt x="761584" y="339684"/>
                  </a:lnTo>
                  <a:lnTo>
                    <a:pt x="724625" y="367248"/>
                  </a:lnTo>
                  <a:lnTo>
                    <a:pt x="688384" y="395700"/>
                  </a:lnTo>
                  <a:lnTo>
                    <a:pt x="652874" y="425026"/>
                  </a:lnTo>
                  <a:lnTo>
                    <a:pt x="618114" y="455209"/>
                  </a:lnTo>
                  <a:lnTo>
                    <a:pt x="584119" y="486232"/>
                  </a:lnTo>
                  <a:lnTo>
                    <a:pt x="550904" y="518081"/>
                  </a:lnTo>
                  <a:lnTo>
                    <a:pt x="518487" y="550737"/>
                  </a:lnTo>
                  <a:lnTo>
                    <a:pt x="486884" y="584187"/>
                  </a:lnTo>
                  <a:lnTo>
                    <a:pt x="456110" y="618412"/>
                  </a:lnTo>
                  <a:lnTo>
                    <a:pt x="426181" y="653398"/>
                  </a:lnTo>
                  <a:lnTo>
                    <a:pt x="397115" y="689128"/>
                  </a:lnTo>
                  <a:lnTo>
                    <a:pt x="368926" y="725585"/>
                  </a:lnTo>
                  <a:lnTo>
                    <a:pt x="341631" y="762754"/>
                  </a:lnTo>
                  <a:lnTo>
                    <a:pt x="315247" y="800619"/>
                  </a:lnTo>
                  <a:lnTo>
                    <a:pt x="289788" y="839164"/>
                  </a:lnTo>
                  <a:lnTo>
                    <a:pt x="265273" y="878372"/>
                  </a:lnTo>
                  <a:lnTo>
                    <a:pt x="241716" y="918227"/>
                  </a:lnTo>
                  <a:lnTo>
                    <a:pt x="219133" y="958713"/>
                  </a:lnTo>
                  <a:lnTo>
                    <a:pt x="197542" y="999814"/>
                  </a:lnTo>
                  <a:lnTo>
                    <a:pt x="176957" y="1041514"/>
                  </a:lnTo>
                  <a:lnTo>
                    <a:pt x="157396" y="1083796"/>
                  </a:lnTo>
                  <a:lnTo>
                    <a:pt x="138873" y="1126645"/>
                  </a:lnTo>
                  <a:lnTo>
                    <a:pt x="121407" y="1170045"/>
                  </a:lnTo>
                  <a:lnTo>
                    <a:pt x="105011" y="1213978"/>
                  </a:lnTo>
                  <a:lnTo>
                    <a:pt x="89704" y="1258430"/>
                  </a:lnTo>
                  <a:lnTo>
                    <a:pt x="75500" y="1303384"/>
                  </a:lnTo>
                  <a:lnTo>
                    <a:pt x="62416" y="1348824"/>
                  </a:lnTo>
                  <a:lnTo>
                    <a:pt x="50469" y="1394734"/>
                  </a:lnTo>
                  <a:lnTo>
                    <a:pt x="39673" y="1441097"/>
                  </a:lnTo>
                  <a:lnTo>
                    <a:pt x="30046" y="1487897"/>
                  </a:lnTo>
                  <a:lnTo>
                    <a:pt x="21603" y="1535119"/>
                  </a:lnTo>
                  <a:lnTo>
                    <a:pt x="14361" y="1582747"/>
                  </a:lnTo>
                  <a:lnTo>
                    <a:pt x="8336" y="1630763"/>
                  </a:lnTo>
                  <a:lnTo>
                    <a:pt x="3543" y="1679152"/>
                  </a:lnTo>
                  <a:lnTo>
                    <a:pt x="0" y="1727898"/>
                  </a:lnTo>
                </a:path>
              </a:pathLst>
            </a:custGeom>
            <a:ln w="76200">
              <a:solidFill>
                <a:srgbClr val="870608"/>
              </a:solidFill>
              <a:prstDash val="dot"/>
            </a:ln>
          </p:spPr>
          <p:txBody>
            <a:bodyPr wrap="square" lIns="0" tIns="0" rIns="0" bIns="0" rtlCol="0"/>
            <a:lstStyle/>
            <a:p>
              <a:endParaRPr/>
            </a:p>
          </p:txBody>
        </p:sp>
        <p:sp>
          <p:nvSpPr>
            <p:cNvPr id="30" name="object 30"/>
            <p:cNvSpPr/>
            <p:nvPr/>
          </p:nvSpPr>
          <p:spPr>
            <a:xfrm>
              <a:off x="3317175" y="4482604"/>
              <a:ext cx="1728470" cy="1626870"/>
            </a:xfrm>
            <a:custGeom>
              <a:avLst/>
              <a:gdLst/>
              <a:ahLst/>
              <a:cxnLst/>
              <a:rect l="l" t="t" r="r" b="b"/>
              <a:pathLst>
                <a:path w="1728470" h="1626870">
                  <a:moveTo>
                    <a:pt x="0" y="0"/>
                  </a:moveTo>
                  <a:lnTo>
                    <a:pt x="6390" y="47901"/>
                  </a:lnTo>
                  <a:lnTo>
                    <a:pt x="13993" y="95409"/>
                  </a:lnTo>
                  <a:lnTo>
                    <a:pt x="22791" y="142507"/>
                  </a:lnTo>
                  <a:lnTo>
                    <a:pt x="32769" y="189179"/>
                  </a:lnTo>
                  <a:lnTo>
                    <a:pt x="43911" y="235408"/>
                  </a:lnTo>
                  <a:lnTo>
                    <a:pt x="56200" y="281179"/>
                  </a:lnTo>
                  <a:lnTo>
                    <a:pt x="69620" y="326475"/>
                  </a:lnTo>
                  <a:lnTo>
                    <a:pt x="84155" y="371281"/>
                  </a:lnTo>
                  <a:lnTo>
                    <a:pt x="99790" y="415580"/>
                  </a:lnTo>
                  <a:lnTo>
                    <a:pt x="116507" y="459356"/>
                  </a:lnTo>
                  <a:lnTo>
                    <a:pt x="134291" y="502593"/>
                  </a:lnTo>
                  <a:lnTo>
                    <a:pt x="153125" y="545274"/>
                  </a:lnTo>
                  <a:lnTo>
                    <a:pt x="172994" y="587384"/>
                  </a:lnTo>
                  <a:lnTo>
                    <a:pt x="193881" y="628907"/>
                  </a:lnTo>
                  <a:lnTo>
                    <a:pt x="215770" y="669826"/>
                  </a:lnTo>
                  <a:lnTo>
                    <a:pt x="238645" y="710126"/>
                  </a:lnTo>
                  <a:lnTo>
                    <a:pt x="262491" y="749789"/>
                  </a:lnTo>
                  <a:lnTo>
                    <a:pt x="287290" y="788800"/>
                  </a:lnTo>
                  <a:lnTo>
                    <a:pt x="313026" y="827144"/>
                  </a:lnTo>
                  <a:lnTo>
                    <a:pt x="339684" y="864802"/>
                  </a:lnTo>
                  <a:lnTo>
                    <a:pt x="367248" y="901761"/>
                  </a:lnTo>
                  <a:lnTo>
                    <a:pt x="395700" y="938003"/>
                  </a:lnTo>
                  <a:lnTo>
                    <a:pt x="425026" y="973512"/>
                  </a:lnTo>
                  <a:lnTo>
                    <a:pt x="455209" y="1008272"/>
                  </a:lnTo>
                  <a:lnTo>
                    <a:pt x="486232" y="1042268"/>
                  </a:lnTo>
                  <a:lnTo>
                    <a:pt x="518081" y="1075482"/>
                  </a:lnTo>
                  <a:lnTo>
                    <a:pt x="550737" y="1107899"/>
                  </a:lnTo>
                  <a:lnTo>
                    <a:pt x="584187" y="1139503"/>
                  </a:lnTo>
                  <a:lnTo>
                    <a:pt x="618412" y="1170277"/>
                  </a:lnTo>
                  <a:lnTo>
                    <a:pt x="653398" y="1200205"/>
                  </a:lnTo>
                  <a:lnTo>
                    <a:pt x="689128" y="1229272"/>
                  </a:lnTo>
                  <a:lnTo>
                    <a:pt x="725585" y="1257461"/>
                  </a:lnTo>
                  <a:lnTo>
                    <a:pt x="762754" y="1284755"/>
                  </a:lnTo>
                  <a:lnTo>
                    <a:pt x="800619" y="1311140"/>
                  </a:lnTo>
                  <a:lnTo>
                    <a:pt x="839164" y="1336598"/>
                  </a:lnTo>
                  <a:lnTo>
                    <a:pt x="878372" y="1361114"/>
                  </a:lnTo>
                  <a:lnTo>
                    <a:pt x="918227" y="1384671"/>
                  </a:lnTo>
                  <a:lnTo>
                    <a:pt x="958713" y="1407253"/>
                  </a:lnTo>
                  <a:lnTo>
                    <a:pt x="999814" y="1428845"/>
                  </a:lnTo>
                  <a:lnTo>
                    <a:pt x="1041514" y="1449429"/>
                  </a:lnTo>
                  <a:lnTo>
                    <a:pt x="1083796" y="1468991"/>
                  </a:lnTo>
                  <a:lnTo>
                    <a:pt x="1126645" y="1487513"/>
                  </a:lnTo>
                  <a:lnTo>
                    <a:pt x="1170045" y="1504980"/>
                  </a:lnTo>
                  <a:lnTo>
                    <a:pt x="1213978" y="1521375"/>
                  </a:lnTo>
                  <a:lnTo>
                    <a:pt x="1258430" y="1536683"/>
                  </a:lnTo>
                  <a:lnTo>
                    <a:pt x="1303384" y="1550886"/>
                  </a:lnTo>
                  <a:lnTo>
                    <a:pt x="1348824" y="1563970"/>
                  </a:lnTo>
                  <a:lnTo>
                    <a:pt x="1394734" y="1575918"/>
                  </a:lnTo>
                  <a:lnTo>
                    <a:pt x="1441097" y="1586713"/>
                  </a:lnTo>
                  <a:lnTo>
                    <a:pt x="1487897" y="1596341"/>
                  </a:lnTo>
                  <a:lnTo>
                    <a:pt x="1535119" y="1604783"/>
                  </a:lnTo>
                  <a:lnTo>
                    <a:pt x="1582747" y="1612026"/>
                  </a:lnTo>
                  <a:lnTo>
                    <a:pt x="1630763" y="1618051"/>
                  </a:lnTo>
                  <a:lnTo>
                    <a:pt x="1679152" y="1622843"/>
                  </a:lnTo>
                  <a:lnTo>
                    <a:pt x="1727898" y="1626387"/>
                  </a:lnTo>
                </a:path>
              </a:pathLst>
            </a:custGeom>
            <a:ln w="76200">
              <a:solidFill>
                <a:srgbClr val="870608"/>
              </a:solidFill>
              <a:prstDash val="dot"/>
            </a:ln>
          </p:spPr>
          <p:txBody>
            <a:bodyPr wrap="square" lIns="0" tIns="0" rIns="0" bIns="0" rtlCol="0"/>
            <a:lstStyle/>
            <a:p>
              <a:endParaRPr/>
            </a:p>
          </p:txBody>
        </p:sp>
        <p:pic>
          <p:nvPicPr>
            <p:cNvPr id="31" name="object 31"/>
            <p:cNvPicPr/>
            <p:nvPr/>
          </p:nvPicPr>
          <p:blipFill>
            <a:blip r:embed="rId11" cstate="print"/>
            <a:stretch>
              <a:fillRect/>
            </a:stretch>
          </p:blipFill>
          <p:spPr>
            <a:xfrm>
              <a:off x="6972010" y="4221088"/>
              <a:ext cx="76200" cy="76200"/>
            </a:xfrm>
            <a:prstGeom prst="rect">
              <a:avLst/>
            </a:prstGeom>
          </p:spPr>
        </p:pic>
        <p:sp>
          <p:nvSpPr>
            <p:cNvPr id="32" name="object 32"/>
            <p:cNvSpPr/>
            <p:nvPr/>
          </p:nvSpPr>
          <p:spPr>
            <a:xfrm>
              <a:off x="5118877" y="2367955"/>
              <a:ext cx="76200" cy="76200"/>
            </a:xfrm>
            <a:custGeom>
              <a:avLst/>
              <a:gdLst/>
              <a:ahLst/>
              <a:cxnLst/>
              <a:rect l="l" t="t" r="r" b="b"/>
              <a:pathLst>
                <a:path w="76200" h="76200">
                  <a:moveTo>
                    <a:pt x="0" y="38100"/>
                  </a:moveTo>
                  <a:lnTo>
                    <a:pt x="11159" y="11159"/>
                  </a:lnTo>
                  <a:lnTo>
                    <a:pt x="38100" y="0"/>
                  </a:lnTo>
                  <a:lnTo>
                    <a:pt x="65040" y="11159"/>
                  </a:lnTo>
                  <a:lnTo>
                    <a:pt x="76200" y="38100"/>
                  </a:lnTo>
                  <a:lnTo>
                    <a:pt x="65040" y="65040"/>
                  </a:lnTo>
                  <a:lnTo>
                    <a:pt x="38100" y="76200"/>
                  </a:lnTo>
                  <a:lnTo>
                    <a:pt x="11159" y="65040"/>
                  </a:lnTo>
                  <a:lnTo>
                    <a:pt x="0" y="38100"/>
                  </a:lnTo>
                  <a:close/>
                </a:path>
              </a:pathLst>
            </a:custGeom>
            <a:solidFill>
              <a:srgbClr val="870608"/>
            </a:solidFill>
          </p:spPr>
          <p:txBody>
            <a:bodyPr wrap="square" lIns="0" tIns="0" rIns="0" bIns="0" rtlCol="0"/>
            <a:lstStyle/>
            <a:p>
              <a:endParaRPr/>
            </a:p>
          </p:txBody>
        </p:sp>
        <p:pic>
          <p:nvPicPr>
            <p:cNvPr id="33" name="object 33"/>
            <p:cNvPicPr/>
            <p:nvPr/>
          </p:nvPicPr>
          <p:blipFill>
            <a:blip r:embed="rId11" cstate="print"/>
            <a:stretch>
              <a:fillRect/>
            </a:stretch>
          </p:blipFill>
          <p:spPr>
            <a:xfrm>
              <a:off x="3265743" y="4221088"/>
              <a:ext cx="76200" cy="76200"/>
            </a:xfrm>
            <a:prstGeom prst="rect">
              <a:avLst/>
            </a:prstGeom>
          </p:spPr>
        </p:pic>
        <p:pic>
          <p:nvPicPr>
            <p:cNvPr id="34" name="object 34"/>
            <p:cNvPicPr/>
            <p:nvPr/>
          </p:nvPicPr>
          <p:blipFill>
            <a:blip r:embed="rId11" cstate="print"/>
            <a:stretch>
              <a:fillRect/>
            </a:stretch>
          </p:blipFill>
          <p:spPr>
            <a:xfrm>
              <a:off x="5118877" y="6074222"/>
              <a:ext cx="76200" cy="76200"/>
            </a:xfrm>
            <a:prstGeom prst="rect">
              <a:avLst/>
            </a:prstGeom>
          </p:spPr>
        </p:pic>
        <p:sp>
          <p:nvSpPr>
            <p:cNvPr id="35" name="object 35"/>
            <p:cNvSpPr/>
            <p:nvPr/>
          </p:nvSpPr>
          <p:spPr>
            <a:xfrm>
              <a:off x="5052521" y="2325353"/>
              <a:ext cx="208915" cy="208915"/>
            </a:xfrm>
            <a:custGeom>
              <a:avLst/>
              <a:gdLst/>
              <a:ahLst/>
              <a:cxnLst/>
              <a:rect l="l" t="t" r="r" b="b"/>
              <a:pathLst>
                <a:path w="208914" h="208914">
                  <a:moveTo>
                    <a:pt x="110295" y="0"/>
                  </a:moveTo>
                  <a:lnTo>
                    <a:pt x="69894" y="5757"/>
                  </a:lnTo>
                  <a:lnTo>
                    <a:pt x="34722" y="26449"/>
                  </a:lnTo>
                  <a:lnTo>
                    <a:pt x="10229" y="59085"/>
                  </a:lnTo>
                  <a:lnTo>
                    <a:pt x="0" y="99288"/>
                  </a:lnTo>
                  <a:lnTo>
                    <a:pt x="5784" y="138968"/>
                  </a:lnTo>
                  <a:lnTo>
                    <a:pt x="25999" y="173599"/>
                  </a:lnTo>
                  <a:lnTo>
                    <a:pt x="59060" y="198658"/>
                  </a:lnTo>
                  <a:lnTo>
                    <a:pt x="99264" y="208880"/>
                  </a:lnTo>
                  <a:lnTo>
                    <a:pt x="138943" y="203092"/>
                  </a:lnTo>
                  <a:lnTo>
                    <a:pt x="173575" y="182875"/>
                  </a:lnTo>
                  <a:lnTo>
                    <a:pt x="198633" y="149813"/>
                  </a:lnTo>
                  <a:lnTo>
                    <a:pt x="208856" y="109610"/>
                  </a:lnTo>
                  <a:lnTo>
                    <a:pt x="203069" y="69932"/>
                  </a:lnTo>
                  <a:lnTo>
                    <a:pt x="182856" y="35305"/>
                  </a:lnTo>
                  <a:lnTo>
                    <a:pt x="149802" y="10253"/>
                  </a:lnTo>
                  <a:lnTo>
                    <a:pt x="130405" y="3137"/>
                  </a:lnTo>
                  <a:lnTo>
                    <a:pt x="110295" y="0"/>
                  </a:lnTo>
                  <a:close/>
                </a:path>
              </a:pathLst>
            </a:custGeom>
            <a:solidFill>
              <a:srgbClr val="2A6A83"/>
            </a:solidFill>
          </p:spPr>
          <p:txBody>
            <a:bodyPr wrap="square" lIns="0" tIns="0" rIns="0" bIns="0" rtlCol="0"/>
            <a:lstStyle/>
            <a:p>
              <a:endParaRPr/>
            </a:p>
          </p:txBody>
        </p:sp>
        <p:sp>
          <p:nvSpPr>
            <p:cNvPr id="36" name="object 36"/>
            <p:cNvSpPr/>
            <p:nvPr/>
          </p:nvSpPr>
          <p:spPr>
            <a:xfrm>
              <a:off x="5052521" y="2325353"/>
              <a:ext cx="208915" cy="208915"/>
            </a:xfrm>
            <a:custGeom>
              <a:avLst/>
              <a:gdLst/>
              <a:ahLst/>
              <a:cxnLst/>
              <a:rect l="l" t="t" r="r" b="b"/>
              <a:pathLst>
                <a:path w="208914" h="208914">
                  <a:moveTo>
                    <a:pt x="10229" y="59085"/>
                  </a:moveTo>
                  <a:lnTo>
                    <a:pt x="34722" y="26449"/>
                  </a:lnTo>
                  <a:lnTo>
                    <a:pt x="69894" y="5757"/>
                  </a:lnTo>
                  <a:lnTo>
                    <a:pt x="110295" y="0"/>
                  </a:lnTo>
                  <a:lnTo>
                    <a:pt x="130405" y="3137"/>
                  </a:lnTo>
                  <a:lnTo>
                    <a:pt x="149802" y="10253"/>
                  </a:lnTo>
                  <a:lnTo>
                    <a:pt x="182856" y="35305"/>
                  </a:lnTo>
                  <a:lnTo>
                    <a:pt x="203069" y="69932"/>
                  </a:lnTo>
                  <a:lnTo>
                    <a:pt x="208856" y="109610"/>
                  </a:lnTo>
                  <a:lnTo>
                    <a:pt x="198633" y="149813"/>
                  </a:lnTo>
                  <a:lnTo>
                    <a:pt x="173575" y="182875"/>
                  </a:lnTo>
                  <a:lnTo>
                    <a:pt x="138943" y="203092"/>
                  </a:lnTo>
                  <a:lnTo>
                    <a:pt x="99264" y="208880"/>
                  </a:lnTo>
                  <a:lnTo>
                    <a:pt x="59060" y="198658"/>
                  </a:lnTo>
                  <a:lnTo>
                    <a:pt x="25999" y="173599"/>
                  </a:lnTo>
                  <a:lnTo>
                    <a:pt x="5784" y="138968"/>
                  </a:lnTo>
                  <a:lnTo>
                    <a:pt x="0" y="99288"/>
                  </a:lnTo>
                  <a:lnTo>
                    <a:pt x="10229" y="59085"/>
                  </a:lnTo>
                  <a:close/>
                </a:path>
              </a:pathLst>
            </a:custGeom>
            <a:ln w="50800">
              <a:solidFill>
                <a:srgbClr val="ECE9E7"/>
              </a:solidFill>
            </a:ln>
          </p:spPr>
          <p:txBody>
            <a:bodyPr wrap="square" lIns="0" tIns="0" rIns="0" bIns="0" rtlCol="0"/>
            <a:lstStyle/>
            <a:p>
              <a:endParaRPr/>
            </a:p>
          </p:txBody>
        </p:sp>
        <p:sp>
          <p:nvSpPr>
            <p:cNvPr id="37" name="object 37"/>
            <p:cNvSpPr/>
            <p:nvPr/>
          </p:nvSpPr>
          <p:spPr>
            <a:xfrm>
              <a:off x="1122165" y="2877781"/>
              <a:ext cx="2479675" cy="127635"/>
            </a:xfrm>
            <a:custGeom>
              <a:avLst/>
              <a:gdLst/>
              <a:ahLst/>
              <a:cxnLst/>
              <a:rect l="l" t="t" r="r" b="b"/>
              <a:pathLst>
                <a:path w="2479675" h="127635">
                  <a:moveTo>
                    <a:pt x="2479395" y="127520"/>
                  </a:moveTo>
                  <a:lnTo>
                    <a:pt x="2378710" y="0"/>
                  </a:lnTo>
                  <a:lnTo>
                    <a:pt x="0" y="0"/>
                  </a:lnTo>
                </a:path>
              </a:pathLst>
            </a:custGeom>
            <a:ln w="19049">
              <a:solidFill>
                <a:srgbClr val="2A6A83"/>
              </a:solidFill>
            </a:ln>
          </p:spPr>
          <p:txBody>
            <a:bodyPr wrap="square" lIns="0" tIns="0" rIns="0" bIns="0" rtlCol="0"/>
            <a:lstStyle/>
            <a:p>
              <a:endParaRPr/>
            </a:p>
          </p:txBody>
        </p:sp>
        <p:sp>
          <p:nvSpPr>
            <p:cNvPr id="38" name="object 38"/>
            <p:cNvSpPr/>
            <p:nvPr/>
          </p:nvSpPr>
          <p:spPr>
            <a:xfrm>
              <a:off x="6721049" y="2877781"/>
              <a:ext cx="2475865" cy="127635"/>
            </a:xfrm>
            <a:custGeom>
              <a:avLst/>
              <a:gdLst/>
              <a:ahLst/>
              <a:cxnLst/>
              <a:rect l="l" t="t" r="r" b="b"/>
              <a:pathLst>
                <a:path w="2475865" h="127635">
                  <a:moveTo>
                    <a:pt x="0" y="127520"/>
                  </a:moveTo>
                  <a:lnTo>
                    <a:pt x="100685" y="0"/>
                  </a:lnTo>
                  <a:lnTo>
                    <a:pt x="2475788" y="0"/>
                  </a:lnTo>
                </a:path>
              </a:pathLst>
            </a:custGeom>
            <a:ln w="19050">
              <a:solidFill>
                <a:srgbClr val="2A6A83"/>
              </a:solidFill>
            </a:ln>
          </p:spPr>
          <p:txBody>
            <a:bodyPr wrap="square" lIns="0" tIns="0" rIns="0" bIns="0" rtlCol="0"/>
            <a:lstStyle/>
            <a:p>
              <a:endParaRPr/>
            </a:p>
          </p:txBody>
        </p:sp>
        <p:sp>
          <p:nvSpPr>
            <p:cNvPr id="39" name="object 39"/>
            <p:cNvSpPr/>
            <p:nvPr/>
          </p:nvSpPr>
          <p:spPr>
            <a:xfrm>
              <a:off x="5160873" y="1943084"/>
              <a:ext cx="0" cy="331470"/>
            </a:xfrm>
            <a:custGeom>
              <a:avLst/>
              <a:gdLst/>
              <a:ahLst/>
              <a:cxnLst/>
              <a:rect l="l" t="t" r="r" b="b"/>
              <a:pathLst>
                <a:path h="331469">
                  <a:moveTo>
                    <a:pt x="0" y="330873"/>
                  </a:moveTo>
                  <a:lnTo>
                    <a:pt x="0" y="0"/>
                  </a:lnTo>
                </a:path>
              </a:pathLst>
            </a:custGeom>
            <a:ln w="19050">
              <a:solidFill>
                <a:srgbClr val="2A6A83"/>
              </a:solidFill>
            </a:ln>
          </p:spPr>
          <p:txBody>
            <a:bodyPr wrap="square" lIns="0" tIns="0" rIns="0" bIns="0" rtlCol="0"/>
            <a:lstStyle/>
            <a:p>
              <a:endParaRPr/>
            </a:p>
          </p:txBody>
        </p:sp>
        <p:sp>
          <p:nvSpPr>
            <p:cNvPr id="40" name="object 40"/>
            <p:cNvSpPr/>
            <p:nvPr/>
          </p:nvSpPr>
          <p:spPr>
            <a:xfrm>
              <a:off x="849483" y="4800258"/>
              <a:ext cx="2373630" cy="89535"/>
            </a:xfrm>
            <a:custGeom>
              <a:avLst/>
              <a:gdLst/>
              <a:ahLst/>
              <a:cxnLst/>
              <a:rect l="l" t="t" r="r" b="b"/>
              <a:pathLst>
                <a:path w="2373630" h="89535">
                  <a:moveTo>
                    <a:pt x="2373109" y="0"/>
                  </a:moveTo>
                  <a:lnTo>
                    <a:pt x="2284260" y="88988"/>
                  </a:lnTo>
                  <a:lnTo>
                    <a:pt x="0" y="88988"/>
                  </a:lnTo>
                </a:path>
              </a:pathLst>
            </a:custGeom>
            <a:ln w="19050">
              <a:solidFill>
                <a:srgbClr val="2A6A83"/>
              </a:solidFill>
            </a:ln>
          </p:spPr>
          <p:txBody>
            <a:bodyPr wrap="square" lIns="0" tIns="0" rIns="0" bIns="0" rtlCol="0"/>
            <a:lstStyle/>
            <a:p>
              <a:endParaRPr/>
            </a:p>
          </p:txBody>
        </p:sp>
        <p:sp>
          <p:nvSpPr>
            <p:cNvPr id="41" name="object 41"/>
            <p:cNvSpPr/>
            <p:nvPr/>
          </p:nvSpPr>
          <p:spPr>
            <a:xfrm>
              <a:off x="7099153" y="4800258"/>
              <a:ext cx="2370455" cy="89535"/>
            </a:xfrm>
            <a:custGeom>
              <a:avLst/>
              <a:gdLst/>
              <a:ahLst/>
              <a:cxnLst/>
              <a:rect l="l" t="t" r="r" b="b"/>
              <a:pathLst>
                <a:path w="2370454" h="89535">
                  <a:moveTo>
                    <a:pt x="0" y="0"/>
                  </a:moveTo>
                  <a:lnTo>
                    <a:pt x="88849" y="88988"/>
                  </a:lnTo>
                  <a:lnTo>
                    <a:pt x="2370366" y="88988"/>
                  </a:lnTo>
                </a:path>
              </a:pathLst>
            </a:custGeom>
            <a:ln w="19050">
              <a:solidFill>
                <a:srgbClr val="2A6A83"/>
              </a:solidFill>
            </a:ln>
          </p:spPr>
          <p:txBody>
            <a:bodyPr wrap="square" lIns="0" tIns="0" rIns="0" bIns="0" rtlCol="0"/>
            <a:lstStyle/>
            <a:p>
              <a:endParaRPr/>
            </a:p>
          </p:txBody>
        </p:sp>
        <p:sp>
          <p:nvSpPr>
            <p:cNvPr id="42" name="object 42"/>
            <p:cNvSpPr/>
            <p:nvPr/>
          </p:nvSpPr>
          <p:spPr>
            <a:xfrm>
              <a:off x="1654143" y="6108525"/>
              <a:ext cx="2630170" cy="445134"/>
            </a:xfrm>
            <a:custGeom>
              <a:avLst/>
              <a:gdLst/>
              <a:ahLst/>
              <a:cxnLst/>
              <a:rect l="l" t="t" r="r" b="b"/>
              <a:pathLst>
                <a:path w="2630170" h="445134">
                  <a:moveTo>
                    <a:pt x="2629611" y="0"/>
                  </a:moveTo>
                  <a:lnTo>
                    <a:pt x="2282926" y="444639"/>
                  </a:lnTo>
                  <a:lnTo>
                    <a:pt x="0" y="444639"/>
                  </a:lnTo>
                </a:path>
              </a:pathLst>
            </a:custGeom>
            <a:ln w="19050">
              <a:solidFill>
                <a:srgbClr val="2A6A83"/>
              </a:solidFill>
            </a:ln>
          </p:spPr>
          <p:txBody>
            <a:bodyPr wrap="square" lIns="0" tIns="0" rIns="0" bIns="0" rtlCol="0"/>
            <a:lstStyle/>
            <a:p>
              <a:endParaRPr/>
            </a:p>
          </p:txBody>
        </p:sp>
        <p:sp>
          <p:nvSpPr>
            <p:cNvPr id="43" name="object 43"/>
            <p:cNvSpPr/>
            <p:nvPr/>
          </p:nvSpPr>
          <p:spPr>
            <a:xfrm>
              <a:off x="6038883" y="6108525"/>
              <a:ext cx="2626360" cy="445134"/>
            </a:xfrm>
            <a:custGeom>
              <a:avLst/>
              <a:gdLst/>
              <a:ahLst/>
              <a:cxnLst/>
              <a:rect l="l" t="t" r="r" b="b"/>
              <a:pathLst>
                <a:path w="2626359" h="445134">
                  <a:moveTo>
                    <a:pt x="0" y="0"/>
                  </a:moveTo>
                  <a:lnTo>
                    <a:pt x="346684" y="444639"/>
                  </a:lnTo>
                  <a:lnTo>
                    <a:pt x="2625966" y="444639"/>
                  </a:lnTo>
                </a:path>
              </a:pathLst>
            </a:custGeom>
            <a:ln w="19050">
              <a:solidFill>
                <a:srgbClr val="2A6A83"/>
              </a:solidFill>
            </a:ln>
          </p:spPr>
          <p:txBody>
            <a:bodyPr wrap="square" lIns="0" tIns="0" rIns="0" bIns="0" rtlCol="0"/>
            <a:lstStyle/>
            <a:p>
              <a:endParaRPr/>
            </a:p>
          </p:txBody>
        </p:sp>
        <p:sp>
          <p:nvSpPr>
            <p:cNvPr id="44" name="object 44"/>
            <p:cNvSpPr/>
            <p:nvPr/>
          </p:nvSpPr>
          <p:spPr>
            <a:xfrm>
              <a:off x="3563948" y="2984800"/>
              <a:ext cx="285750" cy="285750"/>
            </a:xfrm>
            <a:custGeom>
              <a:avLst/>
              <a:gdLst/>
              <a:ahLst/>
              <a:cxnLst/>
              <a:rect l="l" t="t" r="r" b="b"/>
              <a:pathLst>
                <a:path w="285750" h="285750">
                  <a:moveTo>
                    <a:pt x="142875" y="0"/>
                  </a:move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close/>
                </a:path>
              </a:pathLst>
            </a:custGeom>
            <a:solidFill>
              <a:srgbClr val="2A6A83"/>
            </a:solidFill>
          </p:spPr>
          <p:txBody>
            <a:bodyPr wrap="square" lIns="0" tIns="0" rIns="0" bIns="0" rtlCol="0"/>
            <a:lstStyle/>
            <a:p>
              <a:endParaRPr/>
            </a:p>
          </p:txBody>
        </p:sp>
        <p:sp>
          <p:nvSpPr>
            <p:cNvPr id="45" name="object 45"/>
            <p:cNvSpPr/>
            <p:nvPr/>
          </p:nvSpPr>
          <p:spPr>
            <a:xfrm>
              <a:off x="3563948" y="2984800"/>
              <a:ext cx="285750" cy="285750"/>
            </a:xfrm>
            <a:custGeom>
              <a:avLst/>
              <a:gdLst/>
              <a:ahLst/>
              <a:cxnLst/>
              <a:rect l="l" t="t" r="r" b="b"/>
              <a:pathLst>
                <a:path w="285750" h="285750">
                  <a:moveTo>
                    <a:pt x="142875" y="285750"/>
                  </a:move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close/>
                </a:path>
              </a:pathLst>
            </a:custGeom>
            <a:ln w="50800">
              <a:solidFill>
                <a:srgbClr val="ECE9E7"/>
              </a:solidFill>
            </a:ln>
          </p:spPr>
          <p:txBody>
            <a:bodyPr wrap="square" lIns="0" tIns="0" rIns="0" bIns="0" rtlCol="0"/>
            <a:lstStyle/>
            <a:p>
              <a:endParaRPr/>
            </a:p>
          </p:txBody>
        </p:sp>
        <p:sp>
          <p:nvSpPr>
            <p:cNvPr id="46" name="object 46"/>
            <p:cNvSpPr/>
            <p:nvPr/>
          </p:nvSpPr>
          <p:spPr>
            <a:xfrm>
              <a:off x="5024348" y="2288280"/>
              <a:ext cx="273050" cy="273050"/>
            </a:xfrm>
            <a:custGeom>
              <a:avLst/>
              <a:gdLst/>
              <a:ahLst/>
              <a:cxnLst/>
              <a:rect l="l" t="t" r="r" b="b"/>
              <a:pathLst>
                <a:path w="273050" h="273050">
                  <a:moveTo>
                    <a:pt x="136525" y="0"/>
                  </a:moveTo>
                  <a:lnTo>
                    <a:pt x="93416" y="6971"/>
                  </a:lnTo>
                  <a:lnTo>
                    <a:pt x="55944" y="26374"/>
                  </a:lnTo>
                  <a:lnTo>
                    <a:pt x="26374" y="55944"/>
                  </a:lnTo>
                  <a:lnTo>
                    <a:pt x="6971" y="93416"/>
                  </a:lnTo>
                  <a:lnTo>
                    <a:pt x="0" y="136525"/>
                  </a:lnTo>
                  <a:lnTo>
                    <a:pt x="6971" y="179633"/>
                  </a:lnTo>
                  <a:lnTo>
                    <a:pt x="26374" y="217105"/>
                  </a:lnTo>
                  <a:lnTo>
                    <a:pt x="55944" y="246675"/>
                  </a:lnTo>
                  <a:lnTo>
                    <a:pt x="93416" y="266078"/>
                  </a:lnTo>
                  <a:lnTo>
                    <a:pt x="136525" y="273050"/>
                  </a:lnTo>
                  <a:lnTo>
                    <a:pt x="179633" y="266078"/>
                  </a:lnTo>
                  <a:lnTo>
                    <a:pt x="217105" y="246675"/>
                  </a:lnTo>
                  <a:lnTo>
                    <a:pt x="246675" y="217105"/>
                  </a:lnTo>
                  <a:lnTo>
                    <a:pt x="266078" y="179633"/>
                  </a:lnTo>
                  <a:lnTo>
                    <a:pt x="273050" y="136525"/>
                  </a:lnTo>
                  <a:lnTo>
                    <a:pt x="266078" y="93416"/>
                  </a:lnTo>
                  <a:lnTo>
                    <a:pt x="246675" y="55944"/>
                  </a:lnTo>
                  <a:lnTo>
                    <a:pt x="217105" y="26374"/>
                  </a:lnTo>
                  <a:lnTo>
                    <a:pt x="179633" y="6971"/>
                  </a:lnTo>
                  <a:lnTo>
                    <a:pt x="136525" y="0"/>
                  </a:lnTo>
                  <a:close/>
                </a:path>
              </a:pathLst>
            </a:custGeom>
            <a:solidFill>
              <a:srgbClr val="2A6A83"/>
            </a:solidFill>
          </p:spPr>
          <p:txBody>
            <a:bodyPr wrap="square" lIns="0" tIns="0" rIns="0" bIns="0" rtlCol="0"/>
            <a:lstStyle/>
            <a:p>
              <a:endParaRPr/>
            </a:p>
          </p:txBody>
        </p:sp>
        <p:sp>
          <p:nvSpPr>
            <p:cNvPr id="47" name="object 47"/>
            <p:cNvSpPr/>
            <p:nvPr/>
          </p:nvSpPr>
          <p:spPr>
            <a:xfrm>
              <a:off x="5024348" y="2288280"/>
              <a:ext cx="273050" cy="273050"/>
            </a:xfrm>
            <a:custGeom>
              <a:avLst/>
              <a:gdLst/>
              <a:ahLst/>
              <a:cxnLst/>
              <a:rect l="l" t="t" r="r" b="b"/>
              <a:pathLst>
                <a:path w="273050" h="273050">
                  <a:moveTo>
                    <a:pt x="136525" y="273050"/>
                  </a:moveTo>
                  <a:lnTo>
                    <a:pt x="179633" y="266078"/>
                  </a:lnTo>
                  <a:lnTo>
                    <a:pt x="217105" y="246675"/>
                  </a:lnTo>
                  <a:lnTo>
                    <a:pt x="246675" y="217105"/>
                  </a:lnTo>
                  <a:lnTo>
                    <a:pt x="266078" y="179633"/>
                  </a:lnTo>
                  <a:lnTo>
                    <a:pt x="273050" y="136525"/>
                  </a:lnTo>
                  <a:lnTo>
                    <a:pt x="266078" y="93416"/>
                  </a:lnTo>
                  <a:lnTo>
                    <a:pt x="246675" y="55944"/>
                  </a:lnTo>
                  <a:lnTo>
                    <a:pt x="217105" y="26374"/>
                  </a:lnTo>
                  <a:lnTo>
                    <a:pt x="179633" y="6971"/>
                  </a:lnTo>
                  <a:lnTo>
                    <a:pt x="136525" y="0"/>
                  </a:lnTo>
                  <a:lnTo>
                    <a:pt x="93416" y="6971"/>
                  </a:lnTo>
                  <a:lnTo>
                    <a:pt x="55944" y="26374"/>
                  </a:lnTo>
                  <a:lnTo>
                    <a:pt x="26374" y="55944"/>
                  </a:lnTo>
                  <a:lnTo>
                    <a:pt x="6971" y="93416"/>
                  </a:lnTo>
                  <a:lnTo>
                    <a:pt x="0" y="136525"/>
                  </a:lnTo>
                  <a:lnTo>
                    <a:pt x="6971" y="179633"/>
                  </a:lnTo>
                  <a:lnTo>
                    <a:pt x="26374" y="217105"/>
                  </a:lnTo>
                  <a:lnTo>
                    <a:pt x="55944" y="246675"/>
                  </a:lnTo>
                  <a:lnTo>
                    <a:pt x="93416" y="266078"/>
                  </a:lnTo>
                  <a:lnTo>
                    <a:pt x="136525" y="273050"/>
                  </a:lnTo>
                  <a:close/>
                </a:path>
              </a:pathLst>
            </a:custGeom>
            <a:ln w="38100">
              <a:solidFill>
                <a:srgbClr val="ECE9E7"/>
              </a:solidFill>
            </a:ln>
          </p:spPr>
          <p:txBody>
            <a:bodyPr wrap="square" lIns="0" tIns="0" rIns="0" bIns="0" rtlCol="0"/>
            <a:lstStyle/>
            <a:p>
              <a:endParaRPr/>
            </a:p>
          </p:txBody>
        </p:sp>
        <p:sp>
          <p:nvSpPr>
            <p:cNvPr id="48" name="object 48"/>
            <p:cNvSpPr/>
            <p:nvPr/>
          </p:nvSpPr>
          <p:spPr>
            <a:xfrm>
              <a:off x="6477229" y="2984800"/>
              <a:ext cx="285750" cy="285750"/>
            </a:xfrm>
            <a:custGeom>
              <a:avLst/>
              <a:gdLst/>
              <a:ahLst/>
              <a:cxnLst/>
              <a:rect l="l" t="t" r="r" b="b"/>
              <a:pathLst>
                <a:path w="285750" h="285750">
                  <a:moveTo>
                    <a:pt x="142875" y="0"/>
                  </a:move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close/>
                </a:path>
              </a:pathLst>
            </a:custGeom>
            <a:solidFill>
              <a:srgbClr val="2A6A83"/>
            </a:solidFill>
          </p:spPr>
          <p:txBody>
            <a:bodyPr wrap="square" lIns="0" tIns="0" rIns="0" bIns="0" rtlCol="0"/>
            <a:lstStyle/>
            <a:p>
              <a:endParaRPr/>
            </a:p>
          </p:txBody>
        </p:sp>
        <p:sp>
          <p:nvSpPr>
            <p:cNvPr id="49" name="object 49"/>
            <p:cNvSpPr/>
            <p:nvPr/>
          </p:nvSpPr>
          <p:spPr>
            <a:xfrm>
              <a:off x="6477229" y="2984800"/>
              <a:ext cx="285750" cy="285750"/>
            </a:xfrm>
            <a:custGeom>
              <a:avLst/>
              <a:gdLst/>
              <a:ahLst/>
              <a:cxnLst/>
              <a:rect l="l" t="t" r="r" b="b"/>
              <a:pathLst>
                <a:path w="285750" h="285750">
                  <a:moveTo>
                    <a:pt x="142875" y="285750"/>
                  </a:move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close/>
                </a:path>
              </a:pathLst>
            </a:custGeom>
            <a:ln w="50800">
              <a:solidFill>
                <a:srgbClr val="ECE9E7"/>
              </a:solidFill>
            </a:ln>
          </p:spPr>
          <p:txBody>
            <a:bodyPr wrap="square" lIns="0" tIns="0" rIns="0" bIns="0" rtlCol="0"/>
            <a:lstStyle/>
            <a:p>
              <a:endParaRPr/>
            </a:p>
          </p:txBody>
        </p:sp>
        <p:pic>
          <p:nvPicPr>
            <p:cNvPr id="50" name="object 50"/>
            <p:cNvPicPr/>
            <p:nvPr/>
          </p:nvPicPr>
          <p:blipFill>
            <a:blip r:embed="rId12" cstate="print"/>
            <a:stretch>
              <a:fillRect/>
            </a:stretch>
          </p:blipFill>
          <p:spPr>
            <a:xfrm>
              <a:off x="3230300" y="4571963"/>
              <a:ext cx="254000" cy="254000"/>
            </a:xfrm>
            <a:prstGeom prst="rect">
              <a:avLst/>
            </a:prstGeom>
          </p:spPr>
        </p:pic>
        <p:sp>
          <p:nvSpPr>
            <p:cNvPr id="51" name="object 51"/>
            <p:cNvSpPr/>
            <p:nvPr/>
          </p:nvSpPr>
          <p:spPr>
            <a:xfrm>
              <a:off x="3230300" y="4571963"/>
              <a:ext cx="254000" cy="254000"/>
            </a:xfrm>
            <a:custGeom>
              <a:avLst/>
              <a:gdLst/>
              <a:ahLst/>
              <a:cxnLst/>
              <a:rect l="l" t="t" r="r" b="b"/>
              <a:pathLst>
                <a:path w="254000" h="254000">
                  <a:moveTo>
                    <a:pt x="127000" y="254000"/>
                  </a:moveTo>
                  <a:lnTo>
                    <a:pt x="176386" y="244003"/>
                  </a:lnTo>
                  <a:lnTo>
                    <a:pt x="216760" y="216760"/>
                  </a:lnTo>
                  <a:lnTo>
                    <a:pt x="244003" y="176386"/>
                  </a:lnTo>
                  <a:lnTo>
                    <a:pt x="254000" y="127000"/>
                  </a:lnTo>
                  <a:lnTo>
                    <a:pt x="244003" y="77613"/>
                  </a:lnTo>
                  <a:lnTo>
                    <a:pt x="216760" y="37239"/>
                  </a:lnTo>
                  <a:lnTo>
                    <a:pt x="176386" y="9996"/>
                  </a:lnTo>
                  <a:lnTo>
                    <a:pt x="127000" y="0"/>
                  </a:lnTo>
                  <a:lnTo>
                    <a:pt x="77613" y="9996"/>
                  </a:lnTo>
                  <a:lnTo>
                    <a:pt x="37239" y="37239"/>
                  </a:lnTo>
                  <a:lnTo>
                    <a:pt x="9996" y="77613"/>
                  </a:lnTo>
                  <a:lnTo>
                    <a:pt x="0" y="127000"/>
                  </a:lnTo>
                  <a:lnTo>
                    <a:pt x="9996" y="176386"/>
                  </a:lnTo>
                  <a:lnTo>
                    <a:pt x="37239" y="216760"/>
                  </a:lnTo>
                  <a:lnTo>
                    <a:pt x="77613" y="244003"/>
                  </a:lnTo>
                  <a:lnTo>
                    <a:pt x="127000" y="254000"/>
                  </a:lnTo>
                  <a:close/>
                </a:path>
              </a:pathLst>
            </a:custGeom>
            <a:ln w="19050">
              <a:solidFill>
                <a:srgbClr val="ECE9E7"/>
              </a:solidFill>
            </a:ln>
          </p:spPr>
          <p:txBody>
            <a:bodyPr wrap="square" lIns="0" tIns="0" rIns="0" bIns="0" rtlCol="0"/>
            <a:lstStyle/>
            <a:p>
              <a:endParaRPr/>
            </a:p>
          </p:txBody>
        </p:sp>
        <p:sp>
          <p:nvSpPr>
            <p:cNvPr id="52" name="object 52"/>
            <p:cNvSpPr/>
            <p:nvPr/>
          </p:nvSpPr>
          <p:spPr>
            <a:xfrm>
              <a:off x="6813779" y="4556088"/>
              <a:ext cx="285750" cy="285750"/>
            </a:xfrm>
            <a:custGeom>
              <a:avLst/>
              <a:gdLst/>
              <a:ahLst/>
              <a:cxnLst/>
              <a:rect l="l" t="t" r="r" b="b"/>
              <a:pathLst>
                <a:path w="285750" h="285750">
                  <a:moveTo>
                    <a:pt x="142875" y="0"/>
                  </a:move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close/>
                </a:path>
              </a:pathLst>
            </a:custGeom>
            <a:solidFill>
              <a:srgbClr val="2A6A83"/>
            </a:solidFill>
          </p:spPr>
          <p:txBody>
            <a:bodyPr wrap="square" lIns="0" tIns="0" rIns="0" bIns="0" rtlCol="0"/>
            <a:lstStyle/>
            <a:p>
              <a:endParaRPr/>
            </a:p>
          </p:txBody>
        </p:sp>
        <p:sp>
          <p:nvSpPr>
            <p:cNvPr id="53" name="object 53"/>
            <p:cNvSpPr/>
            <p:nvPr/>
          </p:nvSpPr>
          <p:spPr>
            <a:xfrm>
              <a:off x="6813779" y="4556088"/>
              <a:ext cx="285750" cy="285750"/>
            </a:xfrm>
            <a:custGeom>
              <a:avLst/>
              <a:gdLst/>
              <a:ahLst/>
              <a:cxnLst/>
              <a:rect l="l" t="t" r="r" b="b"/>
              <a:pathLst>
                <a:path w="285750" h="285750">
                  <a:moveTo>
                    <a:pt x="142875" y="285750"/>
                  </a:move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close/>
                </a:path>
              </a:pathLst>
            </a:custGeom>
            <a:ln w="50800">
              <a:solidFill>
                <a:srgbClr val="ECE9E7"/>
              </a:solidFill>
            </a:ln>
          </p:spPr>
          <p:txBody>
            <a:bodyPr wrap="square" lIns="0" tIns="0" rIns="0" bIns="0" rtlCol="0"/>
            <a:lstStyle/>
            <a:p>
              <a:endParaRPr/>
            </a:p>
          </p:txBody>
        </p:sp>
        <p:sp>
          <p:nvSpPr>
            <p:cNvPr id="54" name="object 54"/>
            <p:cNvSpPr/>
            <p:nvPr/>
          </p:nvSpPr>
          <p:spPr>
            <a:xfrm>
              <a:off x="4253452" y="5798560"/>
              <a:ext cx="285750" cy="285750"/>
            </a:xfrm>
            <a:custGeom>
              <a:avLst/>
              <a:gdLst/>
              <a:ahLst/>
              <a:cxnLst/>
              <a:rect l="l" t="t" r="r" b="b"/>
              <a:pathLst>
                <a:path w="285750" h="285750">
                  <a:moveTo>
                    <a:pt x="142875" y="0"/>
                  </a:moveTo>
                  <a:lnTo>
                    <a:pt x="97765" y="7296"/>
                  </a:lnTo>
                  <a:lnTo>
                    <a:pt x="58550" y="27603"/>
                  </a:lnTo>
                  <a:lnTo>
                    <a:pt x="27603" y="58550"/>
                  </a:lnTo>
                  <a:lnTo>
                    <a:pt x="7296" y="97765"/>
                  </a:lnTo>
                  <a:lnTo>
                    <a:pt x="0" y="142874"/>
                  </a:lnTo>
                  <a:lnTo>
                    <a:pt x="7296" y="187984"/>
                  </a:lnTo>
                  <a:lnTo>
                    <a:pt x="27603" y="227199"/>
                  </a:lnTo>
                  <a:lnTo>
                    <a:pt x="58550" y="258146"/>
                  </a:lnTo>
                  <a:lnTo>
                    <a:pt x="97765" y="278453"/>
                  </a:lnTo>
                  <a:lnTo>
                    <a:pt x="142875" y="285749"/>
                  </a:lnTo>
                  <a:lnTo>
                    <a:pt x="187984" y="278453"/>
                  </a:lnTo>
                  <a:lnTo>
                    <a:pt x="227199" y="258146"/>
                  </a:lnTo>
                  <a:lnTo>
                    <a:pt x="258146" y="227199"/>
                  </a:lnTo>
                  <a:lnTo>
                    <a:pt x="278453" y="187984"/>
                  </a:lnTo>
                  <a:lnTo>
                    <a:pt x="285750" y="142874"/>
                  </a:lnTo>
                  <a:lnTo>
                    <a:pt x="278453" y="97765"/>
                  </a:lnTo>
                  <a:lnTo>
                    <a:pt x="258146" y="58550"/>
                  </a:lnTo>
                  <a:lnTo>
                    <a:pt x="227199" y="27603"/>
                  </a:lnTo>
                  <a:lnTo>
                    <a:pt x="187984" y="7296"/>
                  </a:lnTo>
                  <a:lnTo>
                    <a:pt x="142875" y="0"/>
                  </a:lnTo>
                  <a:close/>
                </a:path>
              </a:pathLst>
            </a:custGeom>
            <a:solidFill>
              <a:srgbClr val="2A6A83"/>
            </a:solidFill>
          </p:spPr>
          <p:txBody>
            <a:bodyPr wrap="square" lIns="0" tIns="0" rIns="0" bIns="0" rtlCol="0"/>
            <a:lstStyle/>
            <a:p>
              <a:endParaRPr/>
            </a:p>
          </p:txBody>
        </p:sp>
        <p:sp>
          <p:nvSpPr>
            <p:cNvPr id="55" name="object 55"/>
            <p:cNvSpPr/>
            <p:nvPr/>
          </p:nvSpPr>
          <p:spPr>
            <a:xfrm>
              <a:off x="4253452" y="5798560"/>
              <a:ext cx="285750" cy="285750"/>
            </a:xfrm>
            <a:custGeom>
              <a:avLst/>
              <a:gdLst/>
              <a:ahLst/>
              <a:cxnLst/>
              <a:rect l="l" t="t" r="r" b="b"/>
              <a:pathLst>
                <a:path w="285750" h="285750">
                  <a:moveTo>
                    <a:pt x="142875" y="285749"/>
                  </a:moveTo>
                  <a:lnTo>
                    <a:pt x="187984" y="278453"/>
                  </a:lnTo>
                  <a:lnTo>
                    <a:pt x="227199" y="258146"/>
                  </a:lnTo>
                  <a:lnTo>
                    <a:pt x="258146" y="227199"/>
                  </a:lnTo>
                  <a:lnTo>
                    <a:pt x="278453" y="187984"/>
                  </a:lnTo>
                  <a:lnTo>
                    <a:pt x="285750" y="142874"/>
                  </a:lnTo>
                  <a:lnTo>
                    <a:pt x="278453" y="97765"/>
                  </a:lnTo>
                  <a:lnTo>
                    <a:pt x="258146" y="58550"/>
                  </a:lnTo>
                  <a:lnTo>
                    <a:pt x="227199" y="27603"/>
                  </a:lnTo>
                  <a:lnTo>
                    <a:pt x="187984" y="7296"/>
                  </a:lnTo>
                  <a:lnTo>
                    <a:pt x="142875" y="0"/>
                  </a:lnTo>
                  <a:lnTo>
                    <a:pt x="97765" y="7296"/>
                  </a:lnTo>
                  <a:lnTo>
                    <a:pt x="58550" y="27603"/>
                  </a:lnTo>
                  <a:lnTo>
                    <a:pt x="27603" y="58550"/>
                  </a:lnTo>
                  <a:lnTo>
                    <a:pt x="7296" y="97765"/>
                  </a:lnTo>
                  <a:lnTo>
                    <a:pt x="0" y="142874"/>
                  </a:lnTo>
                  <a:lnTo>
                    <a:pt x="7296" y="187984"/>
                  </a:lnTo>
                  <a:lnTo>
                    <a:pt x="27603" y="227199"/>
                  </a:lnTo>
                  <a:lnTo>
                    <a:pt x="58550" y="258146"/>
                  </a:lnTo>
                  <a:lnTo>
                    <a:pt x="97765" y="278453"/>
                  </a:lnTo>
                  <a:lnTo>
                    <a:pt x="142875" y="285749"/>
                  </a:lnTo>
                  <a:close/>
                </a:path>
              </a:pathLst>
            </a:custGeom>
            <a:ln w="50800">
              <a:solidFill>
                <a:srgbClr val="ECE9E7"/>
              </a:solidFill>
            </a:ln>
          </p:spPr>
          <p:txBody>
            <a:bodyPr wrap="square" lIns="0" tIns="0" rIns="0" bIns="0" rtlCol="0"/>
            <a:lstStyle/>
            <a:p>
              <a:endParaRPr/>
            </a:p>
          </p:txBody>
        </p:sp>
        <p:sp>
          <p:nvSpPr>
            <p:cNvPr id="56" name="object 56"/>
            <p:cNvSpPr/>
            <p:nvPr/>
          </p:nvSpPr>
          <p:spPr>
            <a:xfrm>
              <a:off x="5774809" y="5789568"/>
              <a:ext cx="285750" cy="285750"/>
            </a:xfrm>
            <a:custGeom>
              <a:avLst/>
              <a:gdLst/>
              <a:ahLst/>
              <a:cxnLst/>
              <a:rect l="l" t="t" r="r" b="b"/>
              <a:pathLst>
                <a:path w="285750" h="285750">
                  <a:moveTo>
                    <a:pt x="142875" y="0"/>
                  </a:move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close/>
                </a:path>
              </a:pathLst>
            </a:custGeom>
            <a:solidFill>
              <a:srgbClr val="2A6A83"/>
            </a:solidFill>
          </p:spPr>
          <p:txBody>
            <a:bodyPr wrap="square" lIns="0" tIns="0" rIns="0" bIns="0" rtlCol="0"/>
            <a:lstStyle/>
            <a:p>
              <a:endParaRPr/>
            </a:p>
          </p:txBody>
        </p:sp>
        <p:sp>
          <p:nvSpPr>
            <p:cNvPr id="57" name="object 57"/>
            <p:cNvSpPr/>
            <p:nvPr/>
          </p:nvSpPr>
          <p:spPr>
            <a:xfrm>
              <a:off x="5774809" y="5789568"/>
              <a:ext cx="285750" cy="285750"/>
            </a:xfrm>
            <a:custGeom>
              <a:avLst/>
              <a:gdLst/>
              <a:ahLst/>
              <a:cxnLst/>
              <a:rect l="l" t="t" r="r" b="b"/>
              <a:pathLst>
                <a:path w="285750" h="285750">
                  <a:moveTo>
                    <a:pt x="142875" y="285750"/>
                  </a:moveTo>
                  <a:lnTo>
                    <a:pt x="187984" y="278453"/>
                  </a:lnTo>
                  <a:lnTo>
                    <a:pt x="227199" y="258146"/>
                  </a:lnTo>
                  <a:lnTo>
                    <a:pt x="258146" y="227199"/>
                  </a:lnTo>
                  <a:lnTo>
                    <a:pt x="278453" y="187984"/>
                  </a:lnTo>
                  <a:lnTo>
                    <a:pt x="285750" y="142875"/>
                  </a:lnTo>
                  <a:lnTo>
                    <a:pt x="278453" y="97765"/>
                  </a:lnTo>
                  <a:lnTo>
                    <a:pt x="258146" y="58550"/>
                  </a:lnTo>
                  <a:lnTo>
                    <a:pt x="227199" y="27603"/>
                  </a:lnTo>
                  <a:lnTo>
                    <a:pt x="187984" y="7296"/>
                  </a:lnTo>
                  <a:lnTo>
                    <a:pt x="142875" y="0"/>
                  </a:lnTo>
                  <a:lnTo>
                    <a:pt x="97765" y="7296"/>
                  </a:lnTo>
                  <a:lnTo>
                    <a:pt x="58550" y="27603"/>
                  </a:lnTo>
                  <a:lnTo>
                    <a:pt x="27603" y="58550"/>
                  </a:lnTo>
                  <a:lnTo>
                    <a:pt x="7296" y="97765"/>
                  </a:lnTo>
                  <a:lnTo>
                    <a:pt x="0" y="142875"/>
                  </a:lnTo>
                  <a:lnTo>
                    <a:pt x="7296" y="187984"/>
                  </a:lnTo>
                  <a:lnTo>
                    <a:pt x="27603" y="227199"/>
                  </a:lnTo>
                  <a:lnTo>
                    <a:pt x="58550" y="258146"/>
                  </a:lnTo>
                  <a:lnTo>
                    <a:pt x="97765" y="278453"/>
                  </a:lnTo>
                  <a:lnTo>
                    <a:pt x="142875" y="285750"/>
                  </a:lnTo>
                  <a:close/>
                </a:path>
              </a:pathLst>
            </a:custGeom>
            <a:ln w="50800">
              <a:solidFill>
                <a:srgbClr val="ECE9E7"/>
              </a:solidFill>
            </a:ln>
          </p:spPr>
          <p:txBody>
            <a:bodyPr wrap="square" lIns="0" tIns="0" rIns="0" bIns="0" rtlCol="0"/>
            <a:lstStyle/>
            <a:p>
              <a:endParaRPr/>
            </a:p>
          </p:txBody>
        </p:sp>
        <p:pic>
          <p:nvPicPr>
            <p:cNvPr id="58" name="object 58"/>
            <p:cNvPicPr/>
            <p:nvPr/>
          </p:nvPicPr>
          <p:blipFill>
            <a:blip r:embed="rId13" cstate="print"/>
            <a:stretch>
              <a:fillRect/>
            </a:stretch>
          </p:blipFill>
          <p:spPr>
            <a:xfrm>
              <a:off x="8117772" y="4216115"/>
              <a:ext cx="417499" cy="571505"/>
            </a:xfrm>
            <a:prstGeom prst="rect">
              <a:avLst/>
            </a:prstGeom>
          </p:spPr>
        </p:pic>
        <p:sp>
          <p:nvSpPr>
            <p:cNvPr id="59" name="object 59"/>
            <p:cNvSpPr/>
            <p:nvPr/>
          </p:nvSpPr>
          <p:spPr>
            <a:xfrm>
              <a:off x="7279646" y="5879833"/>
              <a:ext cx="484505" cy="572135"/>
            </a:xfrm>
            <a:custGeom>
              <a:avLst/>
              <a:gdLst/>
              <a:ahLst/>
              <a:cxnLst/>
              <a:rect l="l" t="t" r="r" b="b"/>
              <a:pathLst>
                <a:path w="484504" h="572135">
                  <a:moveTo>
                    <a:pt x="243687" y="0"/>
                  </a:moveTo>
                  <a:lnTo>
                    <a:pt x="240741" y="0"/>
                  </a:lnTo>
                  <a:lnTo>
                    <a:pt x="238632" y="850"/>
                  </a:lnTo>
                  <a:lnTo>
                    <a:pt x="7150" y="85547"/>
                  </a:lnTo>
                  <a:lnTo>
                    <a:pt x="2946" y="86817"/>
                  </a:lnTo>
                  <a:lnTo>
                    <a:pt x="0" y="91059"/>
                  </a:lnTo>
                  <a:lnTo>
                    <a:pt x="0" y="285864"/>
                  </a:lnTo>
                  <a:lnTo>
                    <a:pt x="7835" y="341450"/>
                  </a:lnTo>
                  <a:lnTo>
                    <a:pt x="28801" y="391488"/>
                  </a:lnTo>
                  <a:lnTo>
                    <a:pt x="28893" y="391707"/>
                  </a:lnTo>
                  <a:lnTo>
                    <a:pt x="59497" y="436357"/>
                  </a:lnTo>
                  <a:lnTo>
                    <a:pt x="95972" y="475120"/>
                  </a:lnTo>
                  <a:lnTo>
                    <a:pt x="134644" y="507718"/>
                  </a:lnTo>
                  <a:lnTo>
                    <a:pt x="171837" y="533871"/>
                  </a:lnTo>
                  <a:lnTo>
                    <a:pt x="227087" y="565730"/>
                  </a:lnTo>
                  <a:lnTo>
                    <a:pt x="237794" y="570877"/>
                  </a:lnTo>
                  <a:lnTo>
                    <a:pt x="239052" y="571715"/>
                  </a:lnTo>
                  <a:lnTo>
                    <a:pt x="243687" y="571715"/>
                  </a:lnTo>
                  <a:lnTo>
                    <a:pt x="245363" y="571296"/>
                  </a:lnTo>
                  <a:lnTo>
                    <a:pt x="246633" y="570877"/>
                  </a:lnTo>
                  <a:lnTo>
                    <a:pt x="257337" y="565602"/>
                  </a:lnTo>
                  <a:lnTo>
                    <a:pt x="280546" y="553079"/>
                  </a:lnTo>
                  <a:lnTo>
                    <a:pt x="286799" y="549275"/>
                  </a:lnTo>
                  <a:lnTo>
                    <a:pt x="241998" y="549275"/>
                  </a:lnTo>
                  <a:lnTo>
                    <a:pt x="223443" y="539656"/>
                  </a:lnTo>
                  <a:lnTo>
                    <a:pt x="158218" y="498309"/>
                  </a:lnTo>
                  <a:lnTo>
                    <a:pt x="119686" y="467433"/>
                  </a:lnTo>
                  <a:lnTo>
                    <a:pt x="82633" y="430323"/>
                  </a:lnTo>
                  <a:lnTo>
                    <a:pt x="51130" y="387408"/>
                  </a:lnTo>
                  <a:lnTo>
                    <a:pt x="29243" y="339112"/>
                  </a:lnTo>
                  <a:lnTo>
                    <a:pt x="21043" y="285864"/>
                  </a:lnTo>
                  <a:lnTo>
                    <a:pt x="21043" y="102908"/>
                  </a:lnTo>
                  <a:lnTo>
                    <a:pt x="241998" y="22021"/>
                  </a:lnTo>
                  <a:lnTo>
                    <a:pt x="303645" y="22021"/>
                  </a:lnTo>
                  <a:lnTo>
                    <a:pt x="245783" y="850"/>
                  </a:lnTo>
                  <a:lnTo>
                    <a:pt x="243687" y="0"/>
                  </a:lnTo>
                  <a:close/>
                </a:path>
                <a:path w="484504" h="572135">
                  <a:moveTo>
                    <a:pt x="303645" y="22021"/>
                  </a:moveTo>
                  <a:lnTo>
                    <a:pt x="241998" y="22021"/>
                  </a:lnTo>
                  <a:lnTo>
                    <a:pt x="462965" y="102908"/>
                  </a:lnTo>
                  <a:lnTo>
                    <a:pt x="462965" y="285864"/>
                  </a:lnTo>
                  <a:lnTo>
                    <a:pt x="454766" y="338975"/>
                  </a:lnTo>
                  <a:lnTo>
                    <a:pt x="432879" y="387172"/>
                  </a:lnTo>
                  <a:lnTo>
                    <a:pt x="401375" y="430029"/>
                  </a:lnTo>
                  <a:lnTo>
                    <a:pt x="364321" y="467118"/>
                  </a:lnTo>
                  <a:lnTo>
                    <a:pt x="325788" y="498014"/>
                  </a:lnTo>
                  <a:lnTo>
                    <a:pt x="289844" y="522290"/>
                  </a:lnTo>
                  <a:lnTo>
                    <a:pt x="241998" y="549275"/>
                  </a:lnTo>
                  <a:lnTo>
                    <a:pt x="286799" y="549275"/>
                  </a:lnTo>
                  <a:lnTo>
                    <a:pt x="349779" y="507402"/>
                  </a:lnTo>
                  <a:lnTo>
                    <a:pt x="388452" y="474805"/>
                  </a:lnTo>
                  <a:lnTo>
                    <a:pt x="424928" y="436075"/>
                  </a:lnTo>
                  <a:lnTo>
                    <a:pt x="455534" y="391488"/>
                  </a:lnTo>
                  <a:lnTo>
                    <a:pt x="476540" y="341450"/>
                  </a:lnTo>
                  <a:lnTo>
                    <a:pt x="484428" y="285864"/>
                  </a:lnTo>
                  <a:lnTo>
                    <a:pt x="484428" y="91059"/>
                  </a:lnTo>
                  <a:lnTo>
                    <a:pt x="481482" y="87249"/>
                  </a:lnTo>
                  <a:lnTo>
                    <a:pt x="477265" y="85547"/>
                  </a:lnTo>
                  <a:lnTo>
                    <a:pt x="303645" y="22021"/>
                  </a:lnTo>
                  <a:close/>
                </a:path>
              </a:pathLst>
            </a:custGeom>
            <a:solidFill>
              <a:srgbClr val="2A6A83"/>
            </a:solidFill>
          </p:spPr>
          <p:txBody>
            <a:bodyPr wrap="square" lIns="0" tIns="0" rIns="0" bIns="0" rtlCol="0"/>
            <a:lstStyle/>
            <a:p>
              <a:endParaRPr/>
            </a:p>
          </p:txBody>
        </p:sp>
        <p:pic>
          <p:nvPicPr>
            <p:cNvPr id="60" name="object 60"/>
            <p:cNvPicPr/>
            <p:nvPr/>
          </p:nvPicPr>
          <p:blipFill>
            <a:blip r:embed="rId14" cstate="print"/>
            <a:stretch>
              <a:fillRect/>
            </a:stretch>
          </p:blipFill>
          <p:spPr>
            <a:xfrm>
              <a:off x="7425683" y="6048386"/>
              <a:ext cx="233172" cy="170243"/>
            </a:xfrm>
            <a:prstGeom prst="rect">
              <a:avLst/>
            </a:prstGeom>
          </p:spPr>
        </p:pic>
      </p:grpSp>
      <p:grpSp>
        <p:nvGrpSpPr>
          <p:cNvPr id="61" name="object 61"/>
          <p:cNvGrpSpPr/>
          <p:nvPr/>
        </p:nvGrpSpPr>
        <p:grpSpPr>
          <a:xfrm>
            <a:off x="2286000" y="7303771"/>
            <a:ext cx="5657850" cy="251460"/>
            <a:chOff x="2286000" y="7303771"/>
            <a:chExt cx="5657850" cy="251460"/>
          </a:xfrm>
        </p:grpSpPr>
        <p:sp>
          <p:nvSpPr>
            <p:cNvPr id="62" name="object 62"/>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63" name="object 63"/>
            <p:cNvPicPr/>
            <p:nvPr/>
          </p:nvPicPr>
          <p:blipFill>
            <a:blip r:embed="rId15" cstate="print"/>
            <a:stretch>
              <a:fillRect/>
            </a:stretch>
          </p:blipFill>
          <p:spPr>
            <a:xfrm>
              <a:off x="4903470" y="7303771"/>
              <a:ext cx="251459" cy="251460"/>
            </a:xfrm>
            <a:prstGeom prst="rect">
              <a:avLst/>
            </a:prstGeom>
          </p:spPr>
        </p:pic>
        <p:sp>
          <p:nvSpPr>
            <p:cNvPr id="64" name="object 64"/>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65" name="object 65"/>
          <p:cNvSpPr txBox="1"/>
          <p:nvPr/>
        </p:nvSpPr>
        <p:spPr>
          <a:xfrm>
            <a:off x="1565665" y="2892157"/>
            <a:ext cx="1489007" cy="382156"/>
          </a:xfrm>
          <a:prstGeom prst="rect">
            <a:avLst/>
          </a:prstGeom>
        </p:spPr>
        <p:txBody>
          <a:bodyPr vert="horz" wrap="square" lIns="0" tIns="12700" rIns="0" bIns="0" rtlCol="0">
            <a:spAutoFit/>
          </a:bodyPr>
          <a:lstStyle/>
          <a:p>
            <a:pPr marL="12700" marR="5080" indent="73025" algn="ctr">
              <a:lnSpc>
                <a:spcPct val="100000"/>
              </a:lnSpc>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MAKES DATA-DRIVEN DECISIONS WITH SPEED</a:t>
            </a:r>
          </a:p>
        </p:txBody>
      </p:sp>
      <p:sp>
        <p:nvSpPr>
          <p:cNvPr id="66" name="object 66"/>
          <p:cNvSpPr txBox="1"/>
          <p:nvPr/>
        </p:nvSpPr>
        <p:spPr>
          <a:xfrm>
            <a:off x="979122" y="5020423"/>
            <a:ext cx="2075550" cy="197490"/>
          </a:xfrm>
          <a:prstGeom prst="rect">
            <a:avLst/>
          </a:prstGeom>
        </p:spPr>
        <p:txBody>
          <a:bodyPr vert="horz" wrap="square" lIns="0" tIns="12700" rIns="0" bIns="0" rtlCol="0">
            <a:spAutoFit/>
          </a:bodyPr>
          <a:lstStyle/>
          <a:p>
            <a:pPr marL="12700" marR="5080" indent="73025">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DRIVES CUSTOMER CENTRICITY</a:t>
            </a:r>
          </a:p>
        </p:txBody>
      </p:sp>
      <p:sp>
        <p:nvSpPr>
          <p:cNvPr id="67" name="object 67"/>
          <p:cNvSpPr txBox="1"/>
          <p:nvPr/>
        </p:nvSpPr>
        <p:spPr>
          <a:xfrm>
            <a:off x="1720825" y="6592885"/>
            <a:ext cx="1677546" cy="382156"/>
          </a:xfrm>
          <a:prstGeom prst="rect">
            <a:avLst/>
          </a:prstGeom>
        </p:spPr>
        <p:txBody>
          <a:bodyPr vert="horz" wrap="square" lIns="0" tIns="12700" rIns="0" bIns="0" rtlCol="0">
            <a:spAutoFit/>
          </a:bodyPr>
          <a:lstStyle/>
          <a:p>
            <a:pPr marL="12700" marR="5080" indent="73025" algn="ctr">
              <a:lnSpc>
                <a:spcPct val="100000"/>
              </a:lnSpc>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LEADS WITH TENACITY AND HUMILITY</a:t>
            </a:r>
          </a:p>
        </p:txBody>
      </p:sp>
      <p:sp>
        <p:nvSpPr>
          <p:cNvPr id="68" name="object 68"/>
          <p:cNvSpPr txBox="1"/>
          <p:nvPr/>
        </p:nvSpPr>
        <p:spPr>
          <a:xfrm>
            <a:off x="6972010" y="2945032"/>
            <a:ext cx="2370454" cy="382156"/>
          </a:xfrm>
          <a:prstGeom prst="rect">
            <a:avLst/>
          </a:prstGeom>
        </p:spPr>
        <p:txBody>
          <a:bodyPr vert="horz" wrap="square" lIns="0" tIns="12700" rIns="0" bIns="0" rtlCol="0">
            <a:spAutoFit/>
          </a:bodyPr>
          <a:lstStyle/>
          <a:p>
            <a:pPr marL="12700" marR="5080" indent="73025" algn="ctr">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DRIVES PARTNERSHIPS ACROSS OUR GLOBAL ORGANIZATION</a:t>
            </a:r>
          </a:p>
        </p:txBody>
      </p:sp>
      <p:sp>
        <p:nvSpPr>
          <p:cNvPr id="69" name="object 69"/>
          <p:cNvSpPr txBox="1"/>
          <p:nvPr/>
        </p:nvSpPr>
        <p:spPr>
          <a:xfrm>
            <a:off x="7521898" y="5029695"/>
            <a:ext cx="1553944" cy="197490"/>
          </a:xfrm>
          <a:prstGeom prst="rect">
            <a:avLst/>
          </a:prstGeom>
        </p:spPr>
        <p:txBody>
          <a:bodyPr vert="horz" wrap="square" lIns="0" tIns="12700" rIns="0" bIns="0" rtlCol="0">
            <a:spAutoFit/>
          </a:bodyPr>
          <a:lstStyle/>
          <a:p>
            <a:pPr marL="12700" marR="5080" indent="73025">
              <a:lnSpc>
                <a:spcPct val="100000"/>
              </a:lnSpc>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FOSTERS INNOVATION</a:t>
            </a:r>
          </a:p>
        </p:txBody>
      </p:sp>
      <p:sp>
        <p:nvSpPr>
          <p:cNvPr id="70" name="object 70"/>
          <p:cNvSpPr txBox="1"/>
          <p:nvPr/>
        </p:nvSpPr>
        <p:spPr>
          <a:xfrm>
            <a:off x="6660031" y="6632850"/>
            <a:ext cx="1677546" cy="197490"/>
          </a:xfrm>
          <a:prstGeom prst="rect">
            <a:avLst/>
          </a:prstGeom>
        </p:spPr>
        <p:txBody>
          <a:bodyPr vert="horz" wrap="square" lIns="0" tIns="12700" rIns="0" bIns="0" rtlCol="0">
            <a:spAutoFit/>
          </a:bodyPr>
          <a:lstStyle/>
          <a:p>
            <a:pPr marL="12700" marR="5080" indent="73025">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DRIVES ACCOUNTABILITY</a:t>
            </a:r>
          </a:p>
        </p:txBody>
      </p:sp>
      <p:sp>
        <p:nvSpPr>
          <p:cNvPr id="71" name="object 71"/>
          <p:cNvSpPr txBox="1"/>
          <p:nvPr/>
        </p:nvSpPr>
        <p:spPr>
          <a:xfrm>
            <a:off x="4282213" y="1604376"/>
            <a:ext cx="2094050" cy="1974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BUILDS TALENT FOR THE FUTURE</a:t>
            </a:r>
            <a:endParaRPr sz="1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72" name="object 72"/>
          <p:cNvPicPr/>
          <p:nvPr/>
        </p:nvPicPr>
        <p:blipFill>
          <a:blip r:embed="rId16" cstate="print"/>
          <a:stretch>
            <a:fillRect/>
          </a:stretch>
        </p:blipFill>
        <p:spPr>
          <a:xfrm>
            <a:off x="3943286" y="3036049"/>
            <a:ext cx="2432977" cy="2432951"/>
          </a:xfrm>
          <a:prstGeom prst="rect">
            <a:avLst/>
          </a:prstGeom>
        </p:spPr>
      </p:pic>
      <p:sp>
        <p:nvSpPr>
          <p:cNvPr id="73" name="object 73"/>
          <p:cNvSpPr txBox="1"/>
          <p:nvPr/>
        </p:nvSpPr>
        <p:spPr>
          <a:xfrm>
            <a:off x="4455081" y="4401184"/>
            <a:ext cx="1403985" cy="182101"/>
          </a:xfrm>
          <a:prstGeom prst="rect">
            <a:avLst/>
          </a:prstGeom>
        </p:spPr>
        <p:txBody>
          <a:bodyPr vert="horz" wrap="square" lIns="0" tIns="12700" rIns="0" bIns="0" rtlCol="0">
            <a:spAutoFit/>
          </a:bodyPr>
          <a:lstStyle/>
          <a:p>
            <a:pPr marL="12700" algn="ctr">
              <a:lnSpc>
                <a:spcPct val="100000"/>
              </a:lnSpc>
              <a:spcBef>
                <a:spcPts val="100"/>
              </a:spcBef>
            </a:pPr>
            <a:r>
              <a:rPr sz="1100" dirty="0">
                <a:solidFill>
                  <a:srgbClr val="2A6D83"/>
                </a:solidFill>
                <a:latin typeface="Calibri Light" panose="020F0302020204030204" pitchFamily="34" charset="0"/>
                <a:ea typeface="Calibri Light" panose="020F0302020204030204" pitchFamily="34" charset="0"/>
                <a:cs typeface="Calibri Light" panose="020F0302020204030204" pitchFamily="34" charset="0"/>
              </a:rPr>
              <a:t>A</a:t>
            </a:r>
            <a:r>
              <a:rPr sz="1100" spc="-65" dirty="0">
                <a:solidFill>
                  <a:srgbClr val="2A6D83"/>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2A6D83"/>
                </a:solidFill>
                <a:latin typeface="Calibri Light" panose="020F0302020204030204" pitchFamily="34" charset="0"/>
                <a:ea typeface="Calibri Light" panose="020F0302020204030204" pitchFamily="34" charset="0"/>
                <a:cs typeface="Calibri Light" panose="020F0302020204030204" pitchFamily="34" charset="0"/>
              </a:rPr>
              <a:t>values-</a:t>
            </a:r>
            <a:r>
              <a:rPr sz="1100" spc="-15" dirty="0">
                <a:solidFill>
                  <a:srgbClr val="2A6D83"/>
                </a:solidFill>
                <a:latin typeface="Calibri Light" panose="020F0302020204030204" pitchFamily="34" charset="0"/>
                <a:ea typeface="Calibri Light" panose="020F0302020204030204" pitchFamily="34" charset="0"/>
                <a:cs typeface="Calibri Light" panose="020F0302020204030204" pitchFamily="34" charset="0"/>
              </a:rPr>
              <a:t>driven</a:t>
            </a:r>
            <a:r>
              <a:rPr sz="1100" spc="-65" dirty="0">
                <a:solidFill>
                  <a:srgbClr val="2A6D83"/>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2A6D83"/>
                </a:solidFill>
                <a:latin typeface="Calibri Light" panose="020F0302020204030204" pitchFamily="34" charset="0"/>
                <a:ea typeface="Calibri Light" panose="020F0302020204030204" pitchFamily="34" charset="0"/>
                <a:cs typeface="Calibri Light" panose="020F0302020204030204" pitchFamily="34" charset="0"/>
              </a:rPr>
              <a:t>culture</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74" name="object 74"/>
          <p:cNvGrpSpPr/>
          <p:nvPr/>
        </p:nvGrpSpPr>
        <p:grpSpPr>
          <a:xfrm>
            <a:off x="4456479" y="3902950"/>
            <a:ext cx="1449705" cy="464820"/>
            <a:chOff x="4456479" y="3902950"/>
            <a:chExt cx="1449705" cy="464820"/>
          </a:xfrm>
        </p:grpSpPr>
        <p:sp>
          <p:nvSpPr>
            <p:cNvPr id="75" name="object 75"/>
            <p:cNvSpPr/>
            <p:nvPr/>
          </p:nvSpPr>
          <p:spPr>
            <a:xfrm>
              <a:off x="4456468" y="3902951"/>
              <a:ext cx="1433830" cy="464820"/>
            </a:xfrm>
            <a:custGeom>
              <a:avLst/>
              <a:gdLst/>
              <a:ahLst/>
              <a:cxnLst/>
              <a:rect l="l" t="t" r="r" b="b"/>
              <a:pathLst>
                <a:path w="1433829" h="464820">
                  <a:moveTo>
                    <a:pt x="322668" y="116052"/>
                  </a:moveTo>
                  <a:lnTo>
                    <a:pt x="313842" y="78333"/>
                  </a:lnTo>
                  <a:lnTo>
                    <a:pt x="313804" y="78168"/>
                  </a:lnTo>
                  <a:lnTo>
                    <a:pt x="310921" y="65824"/>
                  </a:lnTo>
                  <a:lnTo>
                    <a:pt x="286359" y="27724"/>
                  </a:lnTo>
                  <a:lnTo>
                    <a:pt x="249859" y="9067"/>
                  </a:lnTo>
                  <a:lnTo>
                    <a:pt x="218681" y="5918"/>
                  </a:lnTo>
                  <a:lnTo>
                    <a:pt x="218681" y="141033"/>
                  </a:lnTo>
                  <a:lnTo>
                    <a:pt x="213004" y="163601"/>
                  </a:lnTo>
                  <a:lnTo>
                    <a:pt x="200469" y="184696"/>
                  </a:lnTo>
                  <a:lnTo>
                    <a:pt x="179666" y="201714"/>
                  </a:lnTo>
                  <a:lnTo>
                    <a:pt x="156514" y="207124"/>
                  </a:lnTo>
                  <a:lnTo>
                    <a:pt x="131864" y="206235"/>
                  </a:lnTo>
                  <a:lnTo>
                    <a:pt x="106527" y="204343"/>
                  </a:lnTo>
                  <a:lnTo>
                    <a:pt x="106527" y="78333"/>
                  </a:lnTo>
                  <a:lnTo>
                    <a:pt x="135229" y="78320"/>
                  </a:lnTo>
                  <a:lnTo>
                    <a:pt x="158953" y="79819"/>
                  </a:lnTo>
                  <a:lnTo>
                    <a:pt x="183095" y="86169"/>
                  </a:lnTo>
                  <a:lnTo>
                    <a:pt x="204127" y="100101"/>
                  </a:lnTo>
                  <a:lnTo>
                    <a:pt x="216179" y="119151"/>
                  </a:lnTo>
                  <a:lnTo>
                    <a:pt x="218681" y="141033"/>
                  </a:lnTo>
                  <a:lnTo>
                    <a:pt x="218681" y="5918"/>
                  </a:lnTo>
                  <a:lnTo>
                    <a:pt x="205130" y="4546"/>
                  </a:lnTo>
                  <a:lnTo>
                    <a:pt x="200469" y="4076"/>
                  </a:lnTo>
                  <a:lnTo>
                    <a:pt x="150685" y="2946"/>
                  </a:lnTo>
                  <a:lnTo>
                    <a:pt x="50368" y="4546"/>
                  </a:lnTo>
                  <a:lnTo>
                    <a:pt x="0" y="3378"/>
                  </a:lnTo>
                  <a:lnTo>
                    <a:pt x="0" y="379717"/>
                  </a:lnTo>
                  <a:lnTo>
                    <a:pt x="102933" y="358876"/>
                  </a:lnTo>
                  <a:lnTo>
                    <a:pt x="106819" y="273024"/>
                  </a:lnTo>
                  <a:lnTo>
                    <a:pt x="106845" y="272211"/>
                  </a:lnTo>
                  <a:lnTo>
                    <a:pt x="160235" y="273024"/>
                  </a:lnTo>
                  <a:lnTo>
                    <a:pt x="185547" y="273024"/>
                  </a:lnTo>
                  <a:lnTo>
                    <a:pt x="201980" y="272211"/>
                  </a:lnTo>
                  <a:lnTo>
                    <a:pt x="212305" y="271703"/>
                  </a:lnTo>
                  <a:lnTo>
                    <a:pt x="253834" y="262242"/>
                  </a:lnTo>
                  <a:lnTo>
                    <a:pt x="308267" y="211264"/>
                  </a:lnTo>
                  <a:lnTo>
                    <a:pt x="320700" y="171081"/>
                  </a:lnTo>
                  <a:lnTo>
                    <a:pt x="322554" y="119151"/>
                  </a:lnTo>
                  <a:lnTo>
                    <a:pt x="322668" y="116052"/>
                  </a:lnTo>
                  <a:close/>
                </a:path>
                <a:path w="1433829" h="464820">
                  <a:moveTo>
                    <a:pt x="696569" y="453250"/>
                  </a:moveTo>
                  <a:lnTo>
                    <a:pt x="573798" y="9080"/>
                  </a:lnTo>
                  <a:lnTo>
                    <a:pt x="448779" y="9080"/>
                  </a:lnTo>
                  <a:lnTo>
                    <a:pt x="433882" y="59931"/>
                  </a:lnTo>
                  <a:lnTo>
                    <a:pt x="388251" y="212763"/>
                  </a:lnTo>
                  <a:lnTo>
                    <a:pt x="358330" y="314147"/>
                  </a:lnTo>
                  <a:lnTo>
                    <a:pt x="384848" y="308825"/>
                  </a:lnTo>
                  <a:lnTo>
                    <a:pt x="439064" y="298945"/>
                  </a:lnTo>
                  <a:lnTo>
                    <a:pt x="465582" y="293624"/>
                  </a:lnTo>
                  <a:lnTo>
                    <a:pt x="475386" y="257530"/>
                  </a:lnTo>
                  <a:lnTo>
                    <a:pt x="494690" y="183959"/>
                  </a:lnTo>
                  <a:lnTo>
                    <a:pt x="504494" y="147866"/>
                  </a:lnTo>
                  <a:lnTo>
                    <a:pt x="513067" y="147205"/>
                  </a:lnTo>
                  <a:lnTo>
                    <a:pt x="520331" y="179959"/>
                  </a:lnTo>
                  <a:lnTo>
                    <a:pt x="533730" y="245783"/>
                  </a:lnTo>
                  <a:lnTo>
                    <a:pt x="540994" y="278549"/>
                  </a:lnTo>
                  <a:lnTo>
                    <a:pt x="551065" y="315290"/>
                  </a:lnTo>
                  <a:lnTo>
                    <a:pt x="561403" y="351358"/>
                  </a:lnTo>
                  <a:lnTo>
                    <a:pt x="590296" y="453250"/>
                  </a:lnTo>
                  <a:lnTo>
                    <a:pt x="696569" y="453250"/>
                  </a:lnTo>
                  <a:close/>
                </a:path>
                <a:path w="1433829" h="464820">
                  <a:moveTo>
                    <a:pt x="1073492" y="325081"/>
                  </a:moveTo>
                  <a:lnTo>
                    <a:pt x="1072019" y="274650"/>
                  </a:lnTo>
                  <a:lnTo>
                    <a:pt x="970876" y="293166"/>
                  </a:lnTo>
                  <a:lnTo>
                    <a:pt x="966876" y="311988"/>
                  </a:lnTo>
                  <a:lnTo>
                    <a:pt x="963358" y="330263"/>
                  </a:lnTo>
                  <a:lnTo>
                    <a:pt x="958824" y="347345"/>
                  </a:lnTo>
                  <a:lnTo>
                    <a:pt x="933005" y="382511"/>
                  </a:lnTo>
                  <a:lnTo>
                    <a:pt x="905611" y="392087"/>
                  </a:lnTo>
                  <a:lnTo>
                    <a:pt x="891743" y="390042"/>
                  </a:lnTo>
                  <a:lnTo>
                    <a:pt x="854405" y="365975"/>
                  </a:lnTo>
                  <a:lnTo>
                    <a:pt x="838682" y="315849"/>
                  </a:lnTo>
                  <a:lnTo>
                    <a:pt x="813231" y="320852"/>
                  </a:lnTo>
                  <a:lnTo>
                    <a:pt x="762165" y="330161"/>
                  </a:lnTo>
                  <a:lnTo>
                    <a:pt x="736714" y="335153"/>
                  </a:lnTo>
                  <a:lnTo>
                    <a:pt x="746810" y="382066"/>
                  </a:lnTo>
                  <a:lnTo>
                    <a:pt x="771613" y="417703"/>
                  </a:lnTo>
                  <a:lnTo>
                    <a:pt x="812634" y="443433"/>
                  </a:lnTo>
                  <a:lnTo>
                    <a:pt x="871372" y="460641"/>
                  </a:lnTo>
                  <a:lnTo>
                    <a:pt x="922578" y="464515"/>
                  </a:lnTo>
                  <a:lnTo>
                    <a:pt x="968794" y="456044"/>
                  </a:lnTo>
                  <a:lnTo>
                    <a:pt x="1008519" y="436549"/>
                  </a:lnTo>
                  <a:lnTo>
                    <a:pt x="1040218" y="407339"/>
                  </a:lnTo>
                  <a:lnTo>
                    <a:pt x="1062393" y="369747"/>
                  </a:lnTo>
                  <a:lnTo>
                    <a:pt x="1073492" y="325081"/>
                  </a:lnTo>
                  <a:close/>
                </a:path>
                <a:path w="1433829" h="464820">
                  <a:moveTo>
                    <a:pt x="1073886" y="181381"/>
                  </a:moveTo>
                  <a:lnTo>
                    <a:pt x="1070825" y="124282"/>
                  </a:lnTo>
                  <a:lnTo>
                    <a:pt x="1056398" y="76771"/>
                  </a:lnTo>
                  <a:lnTo>
                    <a:pt x="1031430" y="40563"/>
                  </a:lnTo>
                  <a:lnTo>
                    <a:pt x="996696" y="17399"/>
                  </a:lnTo>
                  <a:lnTo>
                    <a:pt x="955763" y="4889"/>
                  </a:lnTo>
                  <a:lnTo>
                    <a:pt x="914323" y="0"/>
                  </a:lnTo>
                  <a:lnTo>
                    <a:pt x="872477" y="1917"/>
                  </a:lnTo>
                  <a:lnTo>
                    <a:pt x="830262" y="9779"/>
                  </a:lnTo>
                  <a:lnTo>
                    <a:pt x="768210" y="44323"/>
                  </a:lnTo>
                  <a:lnTo>
                    <a:pt x="738568" y="106438"/>
                  </a:lnTo>
                  <a:lnTo>
                    <a:pt x="732320" y="174828"/>
                  </a:lnTo>
                  <a:lnTo>
                    <a:pt x="731342" y="209384"/>
                  </a:lnTo>
                  <a:lnTo>
                    <a:pt x="730072" y="243878"/>
                  </a:lnTo>
                  <a:lnTo>
                    <a:pt x="756043" y="238798"/>
                  </a:lnTo>
                  <a:lnTo>
                    <a:pt x="807986" y="229222"/>
                  </a:lnTo>
                  <a:lnTo>
                    <a:pt x="833958" y="224142"/>
                  </a:lnTo>
                  <a:lnTo>
                    <a:pt x="838060" y="172847"/>
                  </a:lnTo>
                  <a:lnTo>
                    <a:pt x="843762" y="121793"/>
                  </a:lnTo>
                  <a:lnTo>
                    <a:pt x="862203" y="82169"/>
                  </a:lnTo>
                  <a:lnTo>
                    <a:pt x="904900" y="68465"/>
                  </a:lnTo>
                  <a:lnTo>
                    <a:pt x="929208" y="73634"/>
                  </a:lnTo>
                  <a:lnTo>
                    <a:pt x="956576" y="104317"/>
                  </a:lnTo>
                  <a:lnTo>
                    <a:pt x="964806" y="144132"/>
                  </a:lnTo>
                  <a:lnTo>
                    <a:pt x="969352" y="200850"/>
                  </a:lnTo>
                  <a:lnTo>
                    <a:pt x="1073886" y="181381"/>
                  </a:lnTo>
                  <a:close/>
                </a:path>
                <a:path w="1433829" h="464820">
                  <a:moveTo>
                    <a:pt x="1427454" y="385445"/>
                  </a:moveTo>
                  <a:lnTo>
                    <a:pt x="1257503" y="385445"/>
                  </a:lnTo>
                  <a:lnTo>
                    <a:pt x="1257731" y="241541"/>
                  </a:lnTo>
                  <a:lnTo>
                    <a:pt x="1151801" y="261658"/>
                  </a:lnTo>
                  <a:lnTo>
                    <a:pt x="1152042" y="454291"/>
                  </a:lnTo>
                  <a:lnTo>
                    <a:pt x="1427454" y="454291"/>
                  </a:lnTo>
                  <a:lnTo>
                    <a:pt x="1427454" y="385445"/>
                  </a:lnTo>
                  <a:close/>
                </a:path>
                <a:path w="1433829" h="464820">
                  <a:moveTo>
                    <a:pt x="1433512" y="62890"/>
                  </a:moveTo>
                  <a:lnTo>
                    <a:pt x="1433245" y="9156"/>
                  </a:lnTo>
                  <a:lnTo>
                    <a:pt x="1151775" y="9156"/>
                  </a:lnTo>
                  <a:lnTo>
                    <a:pt x="1151775" y="165658"/>
                  </a:lnTo>
                  <a:lnTo>
                    <a:pt x="1177899" y="160388"/>
                  </a:lnTo>
                  <a:lnTo>
                    <a:pt x="1230185" y="150952"/>
                  </a:lnTo>
                  <a:lnTo>
                    <a:pt x="1256309" y="145669"/>
                  </a:lnTo>
                  <a:lnTo>
                    <a:pt x="1259103" y="79743"/>
                  </a:lnTo>
                  <a:lnTo>
                    <a:pt x="1433245" y="79273"/>
                  </a:lnTo>
                  <a:lnTo>
                    <a:pt x="1433512" y="62890"/>
                  </a:lnTo>
                  <a:close/>
                </a:path>
              </a:pathLst>
            </a:custGeom>
            <a:solidFill>
              <a:srgbClr val="296E82"/>
            </a:solidFill>
          </p:spPr>
          <p:txBody>
            <a:bodyPr wrap="square" lIns="0" tIns="0" rIns="0" bIns="0" rtlCol="0"/>
            <a:lstStyle/>
            <a:p>
              <a:endParaRPr/>
            </a:p>
          </p:txBody>
        </p:sp>
        <p:sp>
          <p:nvSpPr>
            <p:cNvPr id="76" name="object 76"/>
            <p:cNvSpPr/>
            <p:nvPr/>
          </p:nvSpPr>
          <p:spPr>
            <a:xfrm>
              <a:off x="5607982" y="4004419"/>
              <a:ext cx="298450" cy="160655"/>
            </a:xfrm>
            <a:custGeom>
              <a:avLst/>
              <a:gdLst/>
              <a:ahLst/>
              <a:cxnLst/>
              <a:rect l="l" t="t" r="r" b="b"/>
              <a:pathLst>
                <a:path w="298450" h="160654">
                  <a:moveTo>
                    <a:pt x="214528" y="0"/>
                  </a:moveTo>
                  <a:lnTo>
                    <a:pt x="206653" y="1477"/>
                  </a:lnTo>
                  <a:lnTo>
                    <a:pt x="200056" y="2819"/>
                  </a:lnTo>
                  <a:lnTo>
                    <a:pt x="176402" y="8153"/>
                  </a:lnTo>
                  <a:lnTo>
                    <a:pt x="168890" y="9637"/>
                  </a:lnTo>
                  <a:lnTo>
                    <a:pt x="160737" y="11126"/>
                  </a:lnTo>
                  <a:lnTo>
                    <a:pt x="152003" y="12837"/>
                  </a:lnTo>
                  <a:lnTo>
                    <a:pt x="142747" y="14985"/>
                  </a:lnTo>
                  <a:lnTo>
                    <a:pt x="162140" y="33019"/>
                  </a:lnTo>
                  <a:lnTo>
                    <a:pt x="146146" y="36359"/>
                  </a:lnTo>
                  <a:lnTo>
                    <a:pt x="83762" y="48205"/>
                  </a:lnTo>
                  <a:lnTo>
                    <a:pt x="0" y="63372"/>
                  </a:lnTo>
                  <a:lnTo>
                    <a:pt x="70" y="87711"/>
                  </a:lnTo>
                  <a:lnTo>
                    <a:pt x="187" y="124891"/>
                  </a:lnTo>
                  <a:lnTo>
                    <a:pt x="292" y="160185"/>
                  </a:lnTo>
                  <a:lnTo>
                    <a:pt x="108381" y="139674"/>
                  </a:lnTo>
                  <a:lnTo>
                    <a:pt x="111721" y="139293"/>
                  </a:lnTo>
                  <a:lnTo>
                    <a:pt x="168771" y="128687"/>
                  </a:lnTo>
                  <a:lnTo>
                    <a:pt x="186855" y="124891"/>
                  </a:lnTo>
                  <a:lnTo>
                    <a:pt x="252377" y="124891"/>
                  </a:lnTo>
                  <a:lnTo>
                    <a:pt x="257470" y="117284"/>
                  </a:lnTo>
                  <a:lnTo>
                    <a:pt x="268664" y="100445"/>
                  </a:lnTo>
                  <a:lnTo>
                    <a:pt x="275945" y="89407"/>
                  </a:lnTo>
                  <a:lnTo>
                    <a:pt x="284137" y="77596"/>
                  </a:lnTo>
                  <a:lnTo>
                    <a:pt x="291033" y="67348"/>
                  </a:lnTo>
                  <a:lnTo>
                    <a:pt x="293992" y="62585"/>
                  </a:lnTo>
                  <a:lnTo>
                    <a:pt x="298191" y="56629"/>
                  </a:lnTo>
                  <a:lnTo>
                    <a:pt x="297941" y="56438"/>
                  </a:lnTo>
                  <a:lnTo>
                    <a:pt x="293309" y="53322"/>
                  </a:lnTo>
                  <a:lnTo>
                    <a:pt x="272682" y="39055"/>
                  </a:lnTo>
                  <a:lnTo>
                    <a:pt x="266611" y="35534"/>
                  </a:lnTo>
                  <a:lnTo>
                    <a:pt x="261581" y="31534"/>
                  </a:lnTo>
                  <a:lnTo>
                    <a:pt x="255663" y="27698"/>
                  </a:lnTo>
                  <a:lnTo>
                    <a:pt x="214528" y="0"/>
                  </a:lnTo>
                  <a:close/>
                </a:path>
                <a:path w="298450" h="160654">
                  <a:moveTo>
                    <a:pt x="252377" y="124891"/>
                  </a:moveTo>
                  <a:lnTo>
                    <a:pt x="186855" y="124891"/>
                  </a:lnTo>
                  <a:lnTo>
                    <a:pt x="184332" y="131910"/>
                  </a:lnTo>
                  <a:lnTo>
                    <a:pt x="178665" y="143170"/>
                  </a:lnTo>
                  <a:lnTo>
                    <a:pt x="173162" y="153606"/>
                  </a:lnTo>
                  <a:lnTo>
                    <a:pt x="171228" y="157937"/>
                  </a:lnTo>
                  <a:lnTo>
                    <a:pt x="171132" y="158153"/>
                  </a:lnTo>
                  <a:lnTo>
                    <a:pt x="173405" y="157937"/>
                  </a:lnTo>
                  <a:lnTo>
                    <a:pt x="176441" y="157251"/>
                  </a:lnTo>
                  <a:lnTo>
                    <a:pt x="178841" y="156540"/>
                  </a:lnTo>
                  <a:lnTo>
                    <a:pt x="203364" y="151544"/>
                  </a:lnTo>
                  <a:lnTo>
                    <a:pt x="206921" y="150926"/>
                  </a:lnTo>
                  <a:lnTo>
                    <a:pt x="213448" y="149643"/>
                  </a:lnTo>
                  <a:lnTo>
                    <a:pt x="239471" y="143979"/>
                  </a:lnTo>
                  <a:lnTo>
                    <a:pt x="246395" y="133827"/>
                  </a:lnTo>
                  <a:lnTo>
                    <a:pt x="252377" y="124891"/>
                  </a:lnTo>
                  <a:close/>
                </a:path>
              </a:pathLst>
            </a:custGeom>
            <a:solidFill>
              <a:srgbClr val="870508"/>
            </a:solidFill>
          </p:spPr>
          <p:txBody>
            <a:bodyPr wrap="square" lIns="0" tIns="0" rIns="0" bIns="0" rtlCol="0"/>
            <a:lstStyle/>
            <a:p>
              <a:endParaRPr/>
            </a:p>
          </p:txBody>
        </p:sp>
        <p:pic>
          <p:nvPicPr>
            <p:cNvPr id="77" name="object 77"/>
            <p:cNvPicPr/>
            <p:nvPr/>
          </p:nvPicPr>
          <p:blipFill>
            <a:blip r:embed="rId17" cstate="print"/>
            <a:stretch>
              <a:fillRect/>
            </a:stretch>
          </p:blipFill>
          <p:spPr>
            <a:xfrm>
              <a:off x="4770349" y="4182839"/>
              <a:ext cx="252397" cy="174292"/>
            </a:xfrm>
            <a:prstGeom prst="rect">
              <a:avLst/>
            </a:prstGeom>
          </p:spPr>
        </p:pic>
        <p:pic>
          <p:nvPicPr>
            <p:cNvPr id="78" name="object 78"/>
            <p:cNvPicPr/>
            <p:nvPr/>
          </p:nvPicPr>
          <p:blipFill>
            <a:blip r:embed="rId18" cstate="print"/>
            <a:stretch>
              <a:fillRect/>
            </a:stretch>
          </p:blipFill>
          <p:spPr>
            <a:xfrm>
              <a:off x="5186546" y="4127088"/>
              <a:ext cx="108610" cy="111010"/>
            </a:xfrm>
            <a:prstGeom prst="rect">
              <a:avLst/>
            </a:prstGeom>
          </p:spPr>
        </p:pic>
        <p:sp>
          <p:nvSpPr>
            <p:cNvPr id="79" name="object 79"/>
            <p:cNvSpPr/>
            <p:nvPr/>
          </p:nvSpPr>
          <p:spPr>
            <a:xfrm>
              <a:off x="4456479" y="4261826"/>
              <a:ext cx="103505" cy="95250"/>
            </a:xfrm>
            <a:custGeom>
              <a:avLst/>
              <a:gdLst/>
              <a:ahLst/>
              <a:cxnLst/>
              <a:rect l="l" t="t" r="r" b="b"/>
              <a:pathLst>
                <a:path w="103504" h="95250">
                  <a:moveTo>
                    <a:pt x="102933" y="0"/>
                  </a:moveTo>
                  <a:lnTo>
                    <a:pt x="0" y="20840"/>
                  </a:lnTo>
                  <a:lnTo>
                    <a:pt x="0" y="94907"/>
                  </a:lnTo>
                  <a:lnTo>
                    <a:pt x="102933" y="94907"/>
                  </a:lnTo>
                  <a:lnTo>
                    <a:pt x="102933" y="0"/>
                  </a:lnTo>
                  <a:close/>
                </a:path>
              </a:pathLst>
            </a:custGeom>
            <a:solidFill>
              <a:srgbClr val="870508"/>
            </a:solidFill>
          </p:spPr>
          <p:txBody>
            <a:bodyPr wrap="square" lIns="0" tIns="0" rIns="0" bIns="0" rtlCol="0"/>
            <a:lstStyle/>
            <a:p>
              <a:endParaRPr/>
            </a:p>
          </p:txBody>
        </p:sp>
      </p:grpSp>
      <p:sp>
        <p:nvSpPr>
          <p:cNvPr id="80" name="object 80"/>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81" name="object 81"/>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386840"/>
            <a:ext cx="1383030" cy="330200"/>
          </a:xfrm>
          <a:prstGeom prst="rect">
            <a:avLst/>
          </a:prstGeom>
        </p:spPr>
        <p:txBody>
          <a:bodyPr vert="horz" wrap="square" lIns="0" tIns="12700" rIns="0" bIns="0" rtlCol="0">
            <a:spAutoFit/>
          </a:bodyPr>
          <a:lstStyle/>
          <a:p>
            <a:pPr marL="12700">
              <a:lnSpc>
                <a:spcPct val="100000"/>
              </a:lnSpc>
              <a:spcBef>
                <a:spcPts val="100"/>
              </a:spcBef>
            </a:pPr>
            <a:r>
              <a:rPr dirty="0">
                <a:latin typeface="Calibri Light" panose="020F0302020204030204" pitchFamily="34" charset="0"/>
                <a:ea typeface="Calibri Light" panose="020F0302020204030204" pitchFamily="34" charset="0"/>
                <a:cs typeface="Calibri Light" panose="020F0302020204030204" pitchFamily="34" charset="0"/>
              </a:rPr>
              <a:t>PACE</a:t>
            </a:r>
            <a:r>
              <a:rPr spc="-150"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Values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304195"/>
            <a:ext cx="340741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Guide</a:t>
            </a:r>
            <a:r>
              <a:rPr sz="1800" spc="-1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what</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7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we</a:t>
            </a:r>
            <a:r>
              <a:rPr sz="1800" spc="-1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do</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and</a:t>
            </a:r>
            <a:r>
              <a:rPr sz="1800" spc="-1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7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how</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7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we</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do</a:t>
            </a:r>
            <a:r>
              <a:rPr sz="1800" spc="-1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2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it</a:t>
            </a:r>
            <a:endParaRPr sz="18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txBox="1"/>
          <p:nvPr/>
        </p:nvSpPr>
        <p:spPr>
          <a:xfrm>
            <a:off x="1130300" y="2598518"/>
            <a:ext cx="3314065" cy="91757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PEOPLE AND TEAMWORK</a:t>
            </a:r>
            <a:endParaRPr sz="1400" dirty="0">
              <a:latin typeface="Calibri Light" panose="020F0302020204030204" pitchFamily="34" charset="0"/>
              <a:ea typeface="Calibri Light" panose="020F0302020204030204" pitchFamily="34" charset="0"/>
              <a:cs typeface="Calibri Light" panose="020F0302020204030204" pitchFamily="34" charset="0"/>
            </a:endParaRPr>
          </a:p>
          <a:p>
            <a:pPr marL="12700" marR="5080">
              <a:lnSpc>
                <a:spcPct val="113700"/>
              </a:lnSpc>
              <a:spcBef>
                <a:spcPts val="84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 will treat people with respect and dignity in a collaborative environment that aligns the organization, achieves high performance, and rewards team success.</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4" name="object 14"/>
          <p:cNvGrpSpPr/>
          <p:nvPr/>
        </p:nvGrpSpPr>
        <p:grpSpPr>
          <a:xfrm>
            <a:off x="1136650" y="2514600"/>
            <a:ext cx="3663950" cy="502284"/>
            <a:chOff x="1136650" y="2514600"/>
            <a:chExt cx="3663950" cy="502284"/>
          </a:xfrm>
        </p:grpSpPr>
        <p:sp>
          <p:nvSpPr>
            <p:cNvPr id="15" name="object 15"/>
            <p:cNvSpPr/>
            <p:nvPr/>
          </p:nvSpPr>
          <p:spPr>
            <a:xfrm>
              <a:off x="1143000" y="25209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6" name="object 16"/>
            <p:cNvSpPr/>
            <p:nvPr/>
          </p:nvSpPr>
          <p:spPr>
            <a:xfrm>
              <a:off x="4737100" y="29528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7" name="object 17"/>
          <p:cNvSpPr txBox="1"/>
          <p:nvPr/>
        </p:nvSpPr>
        <p:spPr>
          <a:xfrm>
            <a:off x="5850890" y="2598518"/>
            <a:ext cx="3002915" cy="110807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CREATIVITY AND INNOVATION</a:t>
            </a:r>
          </a:p>
          <a:p>
            <a:pPr marL="12700" marR="5080">
              <a:lnSpc>
                <a:spcPct val="113700"/>
              </a:lnSpc>
              <a:spcBef>
                <a:spcPts val="84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 are committed to an environment in which people are encouraged to disseminate knowledge, take risks, openly share ideas, and turn them into business opportunities.</a:t>
            </a:r>
          </a:p>
        </p:txBody>
      </p:sp>
      <p:grpSp>
        <p:nvGrpSpPr>
          <p:cNvPr id="18" name="object 18"/>
          <p:cNvGrpSpPr/>
          <p:nvPr/>
        </p:nvGrpSpPr>
        <p:grpSpPr>
          <a:xfrm>
            <a:off x="5349240" y="2514600"/>
            <a:ext cx="3663950" cy="502284"/>
            <a:chOff x="5349240" y="2514600"/>
            <a:chExt cx="3663950" cy="502284"/>
          </a:xfrm>
        </p:grpSpPr>
        <p:sp>
          <p:nvSpPr>
            <p:cNvPr id="19" name="object 19"/>
            <p:cNvSpPr/>
            <p:nvPr/>
          </p:nvSpPr>
          <p:spPr>
            <a:xfrm>
              <a:off x="5380990" y="2520950"/>
              <a:ext cx="3625850" cy="464184"/>
            </a:xfrm>
            <a:custGeom>
              <a:avLst/>
              <a:gdLst/>
              <a:ahLst/>
              <a:cxnLst/>
              <a:rect l="l" t="t" r="r" b="b"/>
              <a:pathLst>
                <a:path w="3625850" h="464185">
                  <a:moveTo>
                    <a:pt x="3625850" y="0"/>
                  </a:moveTo>
                  <a:lnTo>
                    <a:pt x="439547" y="0"/>
                  </a:lnTo>
                  <a:lnTo>
                    <a:pt x="0" y="463651"/>
                  </a:lnTo>
                </a:path>
              </a:pathLst>
            </a:custGeom>
            <a:ln w="12700">
              <a:solidFill>
                <a:srgbClr val="2A6A83"/>
              </a:solidFill>
            </a:ln>
          </p:spPr>
          <p:txBody>
            <a:bodyPr wrap="square" lIns="0" tIns="0" rIns="0" bIns="0" rtlCol="0"/>
            <a:lstStyle/>
            <a:p>
              <a:endParaRPr/>
            </a:p>
          </p:txBody>
        </p:sp>
        <p:sp>
          <p:nvSpPr>
            <p:cNvPr id="20" name="object 20"/>
            <p:cNvSpPr/>
            <p:nvPr/>
          </p:nvSpPr>
          <p:spPr>
            <a:xfrm>
              <a:off x="5349240" y="29528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grpSp>
        <p:nvGrpSpPr>
          <p:cNvPr id="21" name="object 21"/>
          <p:cNvGrpSpPr/>
          <p:nvPr/>
        </p:nvGrpSpPr>
        <p:grpSpPr>
          <a:xfrm>
            <a:off x="1143001" y="1828800"/>
            <a:ext cx="685800" cy="593725"/>
            <a:chOff x="1143001" y="1828800"/>
            <a:chExt cx="685800" cy="593725"/>
          </a:xfrm>
        </p:grpSpPr>
        <p:sp>
          <p:nvSpPr>
            <p:cNvPr id="22" name="object 22"/>
            <p:cNvSpPr/>
            <p:nvPr/>
          </p:nvSpPr>
          <p:spPr>
            <a:xfrm>
              <a:off x="1146176" y="1831975"/>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09" y="42608"/>
                  </a:lnTo>
                  <a:lnTo>
                    <a:pt x="196092" y="38754"/>
                  </a:lnTo>
                  <a:lnTo>
                    <a:pt x="200972" y="32502"/>
                  </a:lnTo>
                  <a:lnTo>
                    <a:pt x="203365" y="24752"/>
                  </a:lnTo>
                  <a:lnTo>
                    <a:pt x="520852" y="24752"/>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09" y="42608"/>
                  </a:moveTo>
                  <a:lnTo>
                    <a:pt x="172161" y="42608"/>
                  </a:lnTo>
                  <a:lnTo>
                    <a:pt x="174904" y="43789"/>
                  </a:lnTo>
                  <a:lnTo>
                    <a:pt x="177926" y="44450"/>
                  </a:lnTo>
                  <a:lnTo>
                    <a:pt x="181114" y="44450"/>
                  </a:lnTo>
                  <a:lnTo>
                    <a:pt x="189286" y="42929"/>
                  </a:lnTo>
                  <a:lnTo>
                    <a:pt x="189809" y="42608"/>
                  </a:lnTo>
                  <a:close/>
                </a:path>
                <a:path w="679450" h="587375">
                  <a:moveTo>
                    <a:pt x="520852" y="24752"/>
                  </a:moveTo>
                  <a:lnTo>
                    <a:pt x="476084" y="24752"/>
                  </a:lnTo>
                  <a:lnTo>
                    <a:pt x="478484" y="32502"/>
                  </a:lnTo>
                  <a:lnTo>
                    <a:pt x="483366" y="38754"/>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52"/>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3" name="object 23"/>
            <p:cNvSpPr/>
            <p:nvPr/>
          </p:nvSpPr>
          <p:spPr>
            <a:xfrm>
              <a:off x="1146176" y="1831975"/>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4"/>
                  </a:lnTo>
                  <a:lnTo>
                    <a:pt x="200972" y="32502"/>
                  </a:lnTo>
                  <a:lnTo>
                    <a:pt x="203365" y="24752"/>
                  </a:lnTo>
                  <a:lnTo>
                    <a:pt x="476084" y="24752"/>
                  </a:lnTo>
                  <a:lnTo>
                    <a:pt x="478484" y="32502"/>
                  </a:lnTo>
                  <a:lnTo>
                    <a:pt x="483366" y="38754"/>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sp>
          <p:nvSpPr>
            <p:cNvPr id="24" name="object 24"/>
            <p:cNvSpPr/>
            <p:nvPr/>
          </p:nvSpPr>
          <p:spPr>
            <a:xfrm>
              <a:off x="1347670" y="2125418"/>
              <a:ext cx="276860" cy="143510"/>
            </a:xfrm>
            <a:custGeom>
              <a:avLst/>
              <a:gdLst/>
              <a:ahLst/>
              <a:cxnLst/>
              <a:rect l="l" t="t" r="r" b="b"/>
              <a:pathLst>
                <a:path w="276859" h="143510">
                  <a:moveTo>
                    <a:pt x="274307" y="0"/>
                  </a:moveTo>
                  <a:lnTo>
                    <a:pt x="2146" y="0"/>
                  </a:lnTo>
                  <a:lnTo>
                    <a:pt x="0" y="2133"/>
                  </a:lnTo>
                  <a:lnTo>
                    <a:pt x="0" y="4762"/>
                  </a:lnTo>
                  <a:lnTo>
                    <a:pt x="2590" y="31334"/>
                  </a:lnTo>
                  <a:lnTo>
                    <a:pt x="2623" y="31668"/>
                  </a:lnTo>
                  <a:lnTo>
                    <a:pt x="22095" y="79689"/>
                  </a:lnTo>
                  <a:lnTo>
                    <a:pt x="58065" y="117328"/>
                  </a:lnTo>
                  <a:lnTo>
                    <a:pt x="105688" y="139120"/>
                  </a:lnTo>
                  <a:lnTo>
                    <a:pt x="105911" y="139120"/>
                  </a:lnTo>
                  <a:lnTo>
                    <a:pt x="133496" y="142989"/>
                  </a:lnTo>
                  <a:lnTo>
                    <a:pt x="142937" y="142989"/>
                  </a:lnTo>
                  <a:lnTo>
                    <a:pt x="170699" y="139120"/>
                  </a:lnTo>
                  <a:lnTo>
                    <a:pt x="191118" y="132080"/>
                  </a:lnTo>
                  <a:lnTo>
                    <a:pt x="119405" y="132080"/>
                  </a:lnTo>
                  <a:lnTo>
                    <a:pt x="99645" y="127560"/>
                  </a:lnTo>
                  <a:lnTo>
                    <a:pt x="81329" y="120196"/>
                  </a:lnTo>
                  <a:lnTo>
                    <a:pt x="64246" y="110057"/>
                  </a:lnTo>
                  <a:lnTo>
                    <a:pt x="49123" y="97586"/>
                  </a:lnTo>
                  <a:lnTo>
                    <a:pt x="57302" y="92711"/>
                  </a:lnTo>
                  <a:lnTo>
                    <a:pt x="61352" y="90601"/>
                  </a:lnTo>
                  <a:lnTo>
                    <a:pt x="42405" y="90601"/>
                  </a:lnTo>
                  <a:lnTo>
                    <a:pt x="29246" y="73165"/>
                  </a:lnTo>
                  <a:lnTo>
                    <a:pt x="19157" y="53606"/>
                  </a:lnTo>
                  <a:lnTo>
                    <a:pt x="12497" y="32276"/>
                  </a:lnTo>
                  <a:lnTo>
                    <a:pt x="9626" y="9525"/>
                  </a:lnTo>
                  <a:lnTo>
                    <a:pt x="275995" y="9525"/>
                  </a:lnTo>
                  <a:lnTo>
                    <a:pt x="276453" y="4762"/>
                  </a:lnTo>
                  <a:lnTo>
                    <a:pt x="276453" y="2133"/>
                  </a:lnTo>
                  <a:lnTo>
                    <a:pt x="274307" y="0"/>
                  </a:lnTo>
                  <a:close/>
                </a:path>
                <a:path w="276859" h="143510">
                  <a:moveTo>
                    <a:pt x="93973" y="81038"/>
                  </a:moveTo>
                  <a:lnTo>
                    <a:pt x="83248" y="81038"/>
                  </a:lnTo>
                  <a:lnTo>
                    <a:pt x="90485" y="95012"/>
                  </a:lnTo>
                  <a:lnTo>
                    <a:pt x="98950" y="108230"/>
                  </a:lnTo>
                  <a:lnTo>
                    <a:pt x="108603" y="120613"/>
                  </a:lnTo>
                  <a:lnTo>
                    <a:pt x="119405" y="132080"/>
                  </a:lnTo>
                  <a:lnTo>
                    <a:pt x="133660" y="132080"/>
                  </a:lnTo>
                  <a:lnTo>
                    <a:pt x="121121" y="120196"/>
                  </a:lnTo>
                  <a:lnTo>
                    <a:pt x="110080" y="107227"/>
                  </a:lnTo>
                  <a:lnTo>
                    <a:pt x="100491" y="93175"/>
                  </a:lnTo>
                  <a:lnTo>
                    <a:pt x="93973" y="81038"/>
                  </a:lnTo>
                  <a:close/>
                </a:path>
                <a:path w="276859" h="143510">
                  <a:moveTo>
                    <a:pt x="143090" y="71793"/>
                  </a:moveTo>
                  <a:lnTo>
                    <a:pt x="133553" y="71793"/>
                  </a:lnTo>
                  <a:lnTo>
                    <a:pt x="133553" y="132080"/>
                  </a:lnTo>
                  <a:lnTo>
                    <a:pt x="157035" y="132080"/>
                  </a:lnTo>
                  <a:lnTo>
                    <a:pt x="157298" y="131800"/>
                  </a:lnTo>
                  <a:lnTo>
                    <a:pt x="143090" y="131800"/>
                  </a:lnTo>
                  <a:lnTo>
                    <a:pt x="143090" y="71793"/>
                  </a:lnTo>
                  <a:close/>
                </a:path>
                <a:path w="276859" h="143510">
                  <a:moveTo>
                    <a:pt x="217668" y="81038"/>
                  </a:moveTo>
                  <a:lnTo>
                    <a:pt x="193497" y="81038"/>
                  </a:lnTo>
                  <a:lnTo>
                    <a:pt x="202353" y="84428"/>
                  </a:lnTo>
                  <a:lnTo>
                    <a:pt x="211010" y="88322"/>
                  </a:lnTo>
                  <a:lnTo>
                    <a:pt x="219446" y="92711"/>
                  </a:lnTo>
                  <a:lnTo>
                    <a:pt x="227662" y="97586"/>
                  </a:lnTo>
                  <a:lnTo>
                    <a:pt x="227331" y="97586"/>
                  </a:lnTo>
                  <a:lnTo>
                    <a:pt x="214447" y="108230"/>
                  </a:lnTo>
                  <a:lnTo>
                    <a:pt x="176802" y="127560"/>
                  </a:lnTo>
                  <a:lnTo>
                    <a:pt x="157035" y="132080"/>
                  </a:lnTo>
                  <a:lnTo>
                    <a:pt x="191118" y="132080"/>
                  </a:lnTo>
                  <a:lnTo>
                    <a:pt x="195487" y="130573"/>
                  </a:lnTo>
                  <a:lnTo>
                    <a:pt x="217889" y="117699"/>
                  </a:lnTo>
                  <a:lnTo>
                    <a:pt x="237401" y="101003"/>
                  </a:lnTo>
                  <a:lnTo>
                    <a:pt x="238048" y="100647"/>
                  </a:lnTo>
                  <a:lnTo>
                    <a:pt x="238556" y="100228"/>
                  </a:lnTo>
                  <a:lnTo>
                    <a:pt x="238729" y="100025"/>
                  </a:lnTo>
                  <a:lnTo>
                    <a:pt x="239229" y="99301"/>
                  </a:lnTo>
                  <a:lnTo>
                    <a:pt x="239331" y="99085"/>
                  </a:lnTo>
                  <a:lnTo>
                    <a:pt x="239433" y="98869"/>
                  </a:lnTo>
                  <a:lnTo>
                    <a:pt x="245826" y="90601"/>
                  </a:lnTo>
                  <a:lnTo>
                    <a:pt x="245924" y="90474"/>
                  </a:lnTo>
                  <a:lnTo>
                    <a:pt x="234162" y="90474"/>
                  </a:lnTo>
                  <a:lnTo>
                    <a:pt x="225470" y="85191"/>
                  </a:lnTo>
                  <a:lnTo>
                    <a:pt x="217668" y="81038"/>
                  </a:lnTo>
                  <a:close/>
                </a:path>
                <a:path w="276859" h="143510">
                  <a:moveTo>
                    <a:pt x="197112" y="71793"/>
                  </a:moveTo>
                  <a:lnTo>
                    <a:pt x="143305" y="71793"/>
                  </a:lnTo>
                  <a:lnTo>
                    <a:pt x="153871" y="72419"/>
                  </a:lnTo>
                  <a:lnTo>
                    <a:pt x="153706" y="72419"/>
                  </a:lnTo>
                  <a:lnTo>
                    <a:pt x="164068" y="73696"/>
                  </a:lnTo>
                  <a:lnTo>
                    <a:pt x="174280" y="75609"/>
                  </a:lnTo>
                  <a:lnTo>
                    <a:pt x="184364" y="78143"/>
                  </a:lnTo>
                  <a:lnTo>
                    <a:pt x="184020" y="78143"/>
                  </a:lnTo>
                  <a:lnTo>
                    <a:pt x="176208" y="92711"/>
                  </a:lnTo>
                  <a:lnTo>
                    <a:pt x="143090" y="131800"/>
                  </a:lnTo>
                  <a:lnTo>
                    <a:pt x="157298" y="131800"/>
                  </a:lnTo>
                  <a:lnTo>
                    <a:pt x="167828" y="120613"/>
                  </a:lnTo>
                  <a:lnTo>
                    <a:pt x="177477" y="108230"/>
                  </a:lnTo>
                  <a:lnTo>
                    <a:pt x="185940" y="95012"/>
                  </a:lnTo>
                  <a:lnTo>
                    <a:pt x="193177" y="81038"/>
                  </a:lnTo>
                  <a:lnTo>
                    <a:pt x="217668" y="81038"/>
                  </a:lnTo>
                  <a:lnTo>
                    <a:pt x="197284" y="72263"/>
                  </a:lnTo>
                  <a:lnTo>
                    <a:pt x="196950" y="72263"/>
                  </a:lnTo>
                  <a:lnTo>
                    <a:pt x="197112" y="71793"/>
                  </a:lnTo>
                  <a:close/>
                </a:path>
                <a:path w="276859" h="143510">
                  <a:moveTo>
                    <a:pt x="76441" y="9525"/>
                  </a:moveTo>
                  <a:lnTo>
                    <a:pt x="66840" y="9525"/>
                  </a:lnTo>
                  <a:lnTo>
                    <a:pt x="67906" y="25143"/>
                  </a:lnTo>
                  <a:lnTo>
                    <a:pt x="67957" y="25885"/>
                  </a:lnTo>
                  <a:lnTo>
                    <a:pt x="70462" y="41846"/>
                  </a:lnTo>
                  <a:lnTo>
                    <a:pt x="74316" y="57330"/>
                  </a:lnTo>
                  <a:lnTo>
                    <a:pt x="79476" y="72263"/>
                  </a:lnTo>
                  <a:lnTo>
                    <a:pt x="69828" y="76008"/>
                  </a:lnTo>
                  <a:lnTo>
                    <a:pt x="60421" y="80322"/>
                  </a:lnTo>
                  <a:lnTo>
                    <a:pt x="51274" y="85191"/>
                  </a:lnTo>
                  <a:lnTo>
                    <a:pt x="42405" y="90601"/>
                  </a:lnTo>
                  <a:lnTo>
                    <a:pt x="61352" y="90601"/>
                  </a:lnTo>
                  <a:lnTo>
                    <a:pt x="65728" y="88322"/>
                  </a:lnTo>
                  <a:lnTo>
                    <a:pt x="74383" y="84428"/>
                  </a:lnTo>
                  <a:lnTo>
                    <a:pt x="83248" y="81038"/>
                  </a:lnTo>
                  <a:lnTo>
                    <a:pt x="93973" y="81038"/>
                  </a:lnTo>
                  <a:lnTo>
                    <a:pt x="92417" y="78143"/>
                  </a:lnTo>
                  <a:lnTo>
                    <a:pt x="102458" y="75609"/>
                  </a:lnTo>
                  <a:lnTo>
                    <a:pt x="112675" y="73696"/>
                  </a:lnTo>
                  <a:lnTo>
                    <a:pt x="123048" y="72419"/>
                  </a:lnTo>
                  <a:lnTo>
                    <a:pt x="133553" y="71793"/>
                  </a:lnTo>
                  <a:lnTo>
                    <a:pt x="197112" y="71793"/>
                  </a:lnTo>
                  <a:lnTo>
                    <a:pt x="197963" y="69329"/>
                  </a:lnTo>
                  <a:lnTo>
                    <a:pt x="88569" y="69329"/>
                  </a:lnTo>
                  <a:lnTo>
                    <a:pt x="83611" y="55118"/>
                  </a:lnTo>
                  <a:lnTo>
                    <a:pt x="79919" y="40365"/>
                  </a:lnTo>
                  <a:lnTo>
                    <a:pt x="77637" y="25885"/>
                  </a:lnTo>
                  <a:lnTo>
                    <a:pt x="77520" y="25143"/>
                  </a:lnTo>
                  <a:lnTo>
                    <a:pt x="76441" y="9525"/>
                  </a:lnTo>
                  <a:close/>
                </a:path>
                <a:path w="276859" h="143510">
                  <a:moveTo>
                    <a:pt x="275995" y="9525"/>
                  </a:moveTo>
                  <a:lnTo>
                    <a:pt x="266827" y="9525"/>
                  </a:lnTo>
                  <a:lnTo>
                    <a:pt x="264083" y="31334"/>
                  </a:lnTo>
                  <a:lnTo>
                    <a:pt x="263956" y="32276"/>
                  </a:lnTo>
                  <a:lnTo>
                    <a:pt x="257293" y="53606"/>
                  </a:lnTo>
                  <a:lnTo>
                    <a:pt x="247688" y="72263"/>
                  </a:lnTo>
                  <a:lnTo>
                    <a:pt x="247198" y="73165"/>
                  </a:lnTo>
                  <a:lnTo>
                    <a:pt x="234162" y="90474"/>
                  </a:lnTo>
                  <a:lnTo>
                    <a:pt x="245924" y="90474"/>
                  </a:lnTo>
                  <a:lnTo>
                    <a:pt x="254904" y="78862"/>
                  </a:lnTo>
                  <a:lnTo>
                    <a:pt x="266553" y="56192"/>
                  </a:lnTo>
                  <a:lnTo>
                    <a:pt x="273799" y="31668"/>
                  </a:lnTo>
                  <a:lnTo>
                    <a:pt x="273898" y="31334"/>
                  </a:lnTo>
                  <a:lnTo>
                    <a:pt x="275995" y="9525"/>
                  </a:lnTo>
                  <a:close/>
                </a:path>
                <a:path w="276859" h="143510">
                  <a:moveTo>
                    <a:pt x="143090" y="9525"/>
                  </a:moveTo>
                  <a:lnTo>
                    <a:pt x="133553" y="9525"/>
                  </a:lnTo>
                  <a:lnTo>
                    <a:pt x="133553" y="62255"/>
                  </a:lnTo>
                  <a:lnTo>
                    <a:pt x="122056" y="62939"/>
                  </a:lnTo>
                  <a:lnTo>
                    <a:pt x="110709" y="64354"/>
                  </a:lnTo>
                  <a:lnTo>
                    <a:pt x="99538" y="66488"/>
                  </a:lnTo>
                  <a:lnTo>
                    <a:pt x="88569" y="69329"/>
                  </a:lnTo>
                  <a:lnTo>
                    <a:pt x="188192" y="69329"/>
                  </a:lnTo>
                  <a:lnTo>
                    <a:pt x="177162" y="66488"/>
                  </a:lnTo>
                  <a:lnTo>
                    <a:pt x="165991" y="64354"/>
                  </a:lnTo>
                  <a:lnTo>
                    <a:pt x="154636" y="62939"/>
                  </a:lnTo>
                  <a:lnTo>
                    <a:pt x="143090" y="62255"/>
                  </a:lnTo>
                  <a:lnTo>
                    <a:pt x="143090" y="9525"/>
                  </a:lnTo>
                  <a:close/>
                </a:path>
                <a:path w="276859" h="143510">
                  <a:moveTo>
                    <a:pt x="209588" y="9525"/>
                  </a:moveTo>
                  <a:lnTo>
                    <a:pt x="199999" y="9525"/>
                  </a:lnTo>
                  <a:lnTo>
                    <a:pt x="198911" y="25143"/>
                  </a:lnTo>
                  <a:lnTo>
                    <a:pt x="196509" y="40365"/>
                  </a:lnTo>
                  <a:lnTo>
                    <a:pt x="192817" y="55118"/>
                  </a:lnTo>
                  <a:lnTo>
                    <a:pt x="187869" y="69329"/>
                  </a:lnTo>
                  <a:lnTo>
                    <a:pt x="197963" y="69329"/>
                  </a:lnTo>
                  <a:lnTo>
                    <a:pt x="202109" y="57330"/>
                  </a:lnTo>
                  <a:lnTo>
                    <a:pt x="205965" y="41846"/>
                  </a:lnTo>
                  <a:lnTo>
                    <a:pt x="208470" y="25885"/>
                  </a:lnTo>
                  <a:lnTo>
                    <a:pt x="209588" y="9525"/>
                  </a:lnTo>
                  <a:close/>
                </a:path>
              </a:pathLst>
            </a:custGeom>
            <a:solidFill>
              <a:srgbClr val="2A6A83"/>
            </a:solidFill>
          </p:spPr>
          <p:txBody>
            <a:bodyPr wrap="square" lIns="0" tIns="0" rIns="0" bIns="0" rtlCol="0"/>
            <a:lstStyle/>
            <a:p>
              <a:endParaRPr/>
            </a:p>
          </p:txBody>
        </p:sp>
        <p:pic>
          <p:nvPicPr>
            <p:cNvPr id="25" name="object 25"/>
            <p:cNvPicPr/>
            <p:nvPr/>
          </p:nvPicPr>
          <p:blipFill>
            <a:blip r:embed="rId4" cstate="print"/>
            <a:stretch>
              <a:fillRect/>
            </a:stretch>
          </p:blipFill>
          <p:spPr>
            <a:xfrm>
              <a:off x="1451295" y="1982650"/>
              <a:ext cx="66725" cy="133506"/>
            </a:xfrm>
            <a:prstGeom prst="rect">
              <a:avLst/>
            </a:prstGeom>
          </p:spPr>
        </p:pic>
        <p:pic>
          <p:nvPicPr>
            <p:cNvPr id="26" name="object 26"/>
            <p:cNvPicPr/>
            <p:nvPr/>
          </p:nvPicPr>
          <p:blipFill>
            <a:blip r:embed="rId5" cstate="print"/>
            <a:stretch>
              <a:fillRect/>
            </a:stretch>
          </p:blipFill>
          <p:spPr>
            <a:xfrm>
              <a:off x="1557213" y="1982650"/>
              <a:ext cx="66725" cy="133506"/>
            </a:xfrm>
            <a:prstGeom prst="rect">
              <a:avLst/>
            </a:prstGeom>
          </p:spPr>
        </p:pic>
        <p:pic>
          <p:nvPicPr>
            <p:cNvPr id="27" name="object 27"/>
            <p:cNvPicPr/>
            <p:nvPr/>
          </p:nvPicPr>
          <p:blipFill>
            <a:blip r:embed="rId5" cstate="print"/>
            <a:stretch>
              <a:fillRect/>
            </a:stretch>
          </p:blipFill>
          <p:spPr>
            <a:xfrm>
              <a:off x="1352284" y="1982650"/>
              <a:ext cx="66725" cy="133506"/>
            </a:xfrm>
            <a:prstGeom prst="rect">
              <a:avLst/>
            </a:prstGeom>
          </p:spPr>
        </p:pic>
      </p:grpSp>
      <p:grpSp>
        <p:nvGrpSpPr>
          <p:cNvPr id="28" name="object 28"/>
          <p:cNvGrpSpPr/>
          <p:nvPr/>
        </p:nvGrpSpPr>
        <p:grpSpPr>
          <a:xfrm>
            <a:off x="5863591" y="1828800"/>
            <a:ext cx="685800" cy="593725"/>
            <a:chOff x="5863591" y="1828800"/>
            <a:chExt cx="685800" cy="593725"/>
          </a:xfrm>
        </p:grpSpPr>
        <p:sp>
          <p:nvSpPr>
            <p:cNvPr id="29" name="object 29"/>
            <p:cNvSpPr/>
            <p:nvPr/>
          </p:nvSpPr>
          <p:spPr>
            <a:xfrm>
              <a:off x="5866766" y="1831975"/>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3"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3" y="542658"/>
                  </a:lnTo>
                  <a:close/>
                </a:path>
                <a:path w="679450" h="587375">
                  <a:moveTo>
                    <a:pt x="181114" y="542658"/>
                  </a:moveTo>
                  <a:lnTo>
                    <a:pt x="177927"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50"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7"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09" y="42608"/>
                  </a:lnTo>
                  <a:lnTo>
                    <a:pt x="196092" y="38754"/>
                  </a:lnTo>
                  <a:lnTo>
                    <a:pt x="200972" y="32502"/>
                  </a:lnTo>
                  <a:lnTo>
                    <a:pt x="203365" y="24752"/>
                  </a:lnTo>
                  <a:lnTo>
                    <a:pt x="520852" y="24752"/>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09" y="42608"/>
                  </a:moveTo>
                  <a:lnTo>
                    <a:pt x="172161" y="42608"/>
                  </a:lnTo>
                  <a:lnTo>
                    <a:pt x="174904" y="43789"/>
                  </a:lnTo>
                  <a:lnTo>
                    <a:pt x="177927" y="44450"/>
                  </a:lnTo>
                  <a:lnTo>
                    <a:pt x="181114" y="44450"/>
                  </a:lnTo>
                  <a:lnTo>
                    <a:pt x="189286" y="42929"/>
                  </a:lnTo>
                  <a:lnTo>
                    <a:pt x="189809" y="42608"/>
                  </a:lnTo>
                  <a:close/>
                </a:path>
                <a:path w="679450" h="587375">
                  <a:moveTo>
                    <a:pt x="520852" y="24752"/>
                  </a:moveTo>
                  <a:lnTo>
                    <a:pt x="476084" y="24752"/>
                  </a:lnTo>
                  <a:lnTo>
                    <a:pt x="478484" y="32502"/>
                  </a:lnTo>
                  <a:lnTo>
                    <a:pt x="483366" y="38754"/>
                  </a:lnTo>
                  <a:lnTo>
                    <a:pt x="490170" y="42929"/>
                  </a:lnTo>
                  <a:lnTo>
                    <a:pt x="498335" y="44450"/>
                  </a:lnTo>
                  <a:lnTo>
                    <a:pt x="501523" y="44450"/>
                  </a:lnTo>
                  <a:lnTo>
                    <a:pt x="504545" y="43789"/>
                  </a:lnTo>
                  <a:lnTo>
                    <a:pt x="507288" y="42608"/>
                  </a:lnTo>
                  <a:lnTo>
                    <a:pt x="513182" y="42608"/>
                  </a:lnTo>
                  <a:lnTo>
                    <a:pt x="511683" y="40043"/>
                  </a:lnTo>
                  <a:lnTo>
                    <a:pt x="517207" y="35991"/>
                  </a:lnTo>
                  <a:lnTo>
                    <a:pt x="520852" y="29552"/>
                  </a:lnTo>
                  <a:lnTo>
                    <a:pt x="520852" y="24752"/>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30" name="object 30"/>
            <p:cNvSpPr/>
            <p:nvPr/>
          </p:nvSpPr>
          <p:spPr>
            <a:xfrm>
              <a:off x="5866766" y="1831975"/>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7"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2"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50" y="293573"/>
                  </a:lnTo>
                  <a:lnTo>
                    <a:pt x="677680" y="284917"/>
                  </a:lnTo>
                  <a:lnTo>
                    <a:pt x="672855" y="277849"/>
                  </a:lnTo>
                  <a:lnTo>
                    <a:pt x="665701" y="273083"/>
                  </a:lnTo>
                  <a:lnTo>
                    <a:pt x="656945" y="271335"/>
                  </a:lnTo>
                  <a:lnTo>
                    <a:pt x="653745" y="271335"/>
                  </a:lnTo>
                  <a:lnTo>
                    <a:pt x="650735" y="272008"/>
                  </a:lnTo>
                  <a:lnTo>
                    <a:pt x="647979" y="273189"/>
                  </a:lnTo>
                  <a:lnTo>
                    <a:pt x="511683"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7" y="44450"/>
                  </a:lnTo>
                  <a:lnTo>
                    <a:pt x="181114" y="44450"/>
                  </a:lnTo>
                  <a:lnTo>
                    <a:pt x="189286" y="42929"/>
                  </a:lnTo>
                  <a:lnTo>
                    <a:pt x="196092" y="38754"/>
                  </a:lnTo>
                  <a:lnTo>
                    <a:pt x="200972" y="32502"/>
                  </a:lnTo>
                  <a:lnTo>
                    <a:pt x="203365" y="24752"/>
                  </a:lnTo>
                  <a:lnTo>
                    <a:pt x="476084" y="24752"/>
                  </a:lnTo>
                  <a:lnTo>
                    <a:pt x="478484" y="32502"/>
                  </a:lnTo>
                  <a:lnTo>
                    <a:pt x="483366" y="38754"/>
                  </a:lnTo>
                  <a:lnTo>
                    <a:pt x="490170" y="42929"/>
                  </a:lnTo>
                  <a:lnTo>
                    <a:pt x="498335" y="44450"/>
                  </a:lnTo>
                  <a:lnTo>
                    <a:pt x="501523"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3"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7"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sp>
          <p:nvSpPr>
            <p:cNvPr id="31" name="object 31"/>
            <p:cNvSpPr/>
            <p:nvPr/>
          </p:nvSpPr>
          <p:spPr>
            <a:xfrm>
              <a:off x="6079604" y="1944509"/>
              <a:ext cx="255270" cy="362585"/>
            </a:xfrm>
            <a:custGeom>
              <a:avLst/>
              <a:gdLst/>
              <a:ahLst/>
              <a:cxnLst/>
              <a:rect l="l" t="t" r="r" b="b"/>
              <a:pathLst>
                <a:path w="255270" h="362585">
                  <a:moveTo>
                    <a:pt x="24422" y="93281"/>
                  </a:moveTo>
                  <a:lnTo>
                    <a:pt x="22453" y="90233"/>
                  </a:lnTo>
                  <a:lnTo>
                    <a:pt x="19519" y="89712"/>
                  </a:lnTo>
                  <a:lnTo>
                    <a:pt x="9512" y="87020"/>
                  </a:lnTo>
                  <a:lnTo>
                    <a:pt x="6692" y="86131"/>
                  </a:lnTo>
                  <a:lnTo>
                    <a:pt x="3784" y="87934"/>
                  </a:lnTo>
                  <a:lnTo>
                    <a:pt x="2209" y="93980"/>
                  </a:lnTo>
                  <a:lnTo>
                    <a:pt x="3644" y="97078"/>
                  </a:lnTo>
                  <a:lnTo>
                    <a:pt x="6223" y="98158"/>
                  </a:lnTo>
                  <a:lnTo>
                    <a:pt x="6223" y="97802"/>
                  </a:lnTo>
                  <a:lnTo>
                    <a:pt x="16256" y="101447"/>
                  </a:lnTo>
                  <a:lnTo>
                    <a:pt x="17830" y="101447"/>
                  </a:lnTo>
                  <a:lnTo>
                    <a:pt x="20764" y="101955"/>
                  </a:lnTo>
                  <a:lnTo>
                    <a:pt x="23482" y="99758"/>
                  </a:lnTo>
                  <a:lnTo>
                    <a:pt x="24422" y="93281"/>
                  </a:lnTo>
                  <a:close/>
                </a:path>
                <a:path w="255270" h="362585">
                  <a:moveTo>
                    <a:pt x="24930" y="168948"/>
                  </a:moveTo>
                  <a:lnTo>
                    <a:pt x="23990" y="165874"/>
                  </a:lnTo>
                  <a:lnTo>
                    <a:pt x="22987" y="162801"/>
                  </a:lnTo>
                  <a:lnTo>
                    <a:pt x="19685" y="161137"/>
                  </a:lnTo>
                  <a:lnTo>
                    <a:pt x="5461" y="165760"/>
                  </a:lnTo>
                  <a:lnTo>
                    <a:pt x="2235" y="166243"/>
                  </a:lnTo>
                  <a:lnTo>
                    <a:pt x="0" y="169278"/>
                  </a:lnTo>
                  <a:lnTo>
                    <a:pt x="990" y="175742"/>
                  </a:lnTo>
                  <a:lnTo>
                    <a:pt x="3987" y="177977"/>
                  </a:lnTo>
                  <a:lnTo>
                    <a:pt x="7226" y="177482"/>
                  </a:lnTo>
                  <a:lnTo>
                    <a:pt x="7226" y="176898"/>
                  </a:lnTo>
                  <a:lnTo>
                    <a:pt x="7861" y="177012"/>
                  </a:lnTo>
                  <a:lnTo>
                    <a:pt x="8496" y="177012"/>
                  </a:lnTo>
                  <a:lnTo>
                    <a:pt x="9105" y="176898"/>
                  </a:lnTo>
                  <a:lnTo>
                    <a:pt x="20243" y="173266"/>
                  </a:lnTo>
                  <a:lnTo>
                    <a:pt x="23291" y="172199"/>
                  </a:lnTo>
                  <a:lnTo>
                    <a:pt x="24930" y="168948"/>
                  </a:lnTo>
                  <a:close/>
                </a:path>
                <a:path w="255270" h="362585">
                  <a:moveTo>
                    <a:pt x="66789" y="38138"/>
                  </a:moveTo>
                  <a:lnTo>
                    <a:pt x="64820" y="35318"/>
                  </a:lnTo>
                  <a:lnTo>
                    <a:pt x="57899" y="25819"/>
                  </a:lnTo>
                  <a:lnTo>
                    <a:pt x="55994" y="23266"/>
                  </a:lnTo>
                  <a:lnTo>
                    <a:pt x="52412" y="22707"/>
                  </a:lnTo>
                  <a:lnTo>
                    <a:pt x="47205" y="26339"/>
                  </a:lnTo>
                  <a:lnTo>
                    <a:pt x="46570" y="29921"/>
                  </a:lnTo>
                  <a:lnTo>
                    <a:pt x="48514" y="32740"/>
                  </a:lnTo>
                  <a:lnTo>
                    <a:pt x="55321" y="42240"/>
                  </a:lnTo>
                  <a:lnTo>
                    <a:pt x="56464" y="43764"/>
                  </a:lnTo>
                  <a:lnTo>
                    <a:pt x="58229" y="44678"/>
                  </a:lnTo>
                  <a:lnTo>
                    <a:pt x="60121" y="44704"/>
                  </a:lnTo>
                  <a:lnTo>
                    <a:pt x="61366" y="44653"/>
                  </a:lnTo>
                  <a:lnTo>
                    <a:pt x="62534" y="44259"/>
                  </a:lnTo>
                  <a:lnTo>
                    <a:pt x="63525" y="43535"/>
                  </a:lnTo>
                  <a:lnTo>
                    <a:pt x="66154" y="41719"/>
                  </a:lnTo>
                  <a:lnTo>
                    <a:pt x="66789" y="38138"/>
                  </a:lnTo>
                  <a:close/>
                </a:path>
                <a:path w="255270" h="362585">
                  <a:moveTo>
                    <a:pt x="131775" y="2362"/>
                  </a:moveTo>
                  <a:lnTo>
                    <a:pt x="129667" y="0"/>
                  </a:lnTo>
                  <a:lnTo>
                    <a:pt x="124510" y="0"/>
                  </a:lnTo>
                  <a:lnTo>
                    <a:pt x="122402" y="2362"/>
                  </a:lnTo>
                  <a:lnTo>
                    <a:pt x="122402" y="18732"/>
                  </a:lnTo>
                  <a:lnTo>
                    <a:pt x="124510" y="21107"/>
                  </a:lnTo>
                  <a:lnTo>
                    <a:pt x="127088" y="21107"/>
                  </a:lnTo>
                  <a:lnTo>
                    <a:pt x="129667" y="21107"/>
                  </a:lnTo>
                  <a:lnTo>
                    <a:pt x="131775" y="18732"/>
                  </a:lnTo>
                  <a:lnTo>
                    <a:pt x="131775" y="2362"/>
                  </a:lnTo>
                  <a:close/>
                </a:path>
                <a:path w="255270" h="362585">
                  <a:moveTo>
                    <a:pt x="205905" y="30200"/>
                  </a:moveTo>
                  <a:lnTo>
                    <a:pt x="205524" y="26606"/>
                  </a:lnTo>
                  <a:lnTo>
                    <a:pt x="203339" y="24523"/>
                  </a:lnTo>
                  <a:lnTo>
                    <a:pt x="201256" y="22694"/>
                  </a:lnTo>
                  <a:lnTo>
                    <a:pt x="198374" y="23253"/>
                  </a:lnTo>
                  <a:lnTo>
                    <a:pt x="191338" y="35318"/>
                  </a:lnTo>
                  <a:lnTo>
                    <a:pt x="189788" y="37922"/>
                  </a:lnTo>
                  <a:lnTo>
                    <a:pt x="190258" y="41605"/>
                  </a:lnTo>
                  <a:lnTo>
                    <a:pt x="192366" y="43522"/>
                  </a:lnTo>
                  <a:lnTo>
                    <a:pt x="193167" y="44157"/>
                  </a:lnTo>
                  <a:lnTo>
                    <a:pt x="194132" y="44488"/>
                  </a:lnTo>
                  <a:lnTo>
                    <a:pt x="196583" y="44437"/>
                  </a:lnTo>
                  <a:lnTo>
                    <a:pt x="198018" y="43522"/>
                  </a:lnTo>
                  <a:lnTo>
                    <a:pt x="204381" y="32727"/>
                  </a:lnTo>
                  <a:lnTo>
                    <a:pt x="205905" y="30200"/>
                  </a:lnTo>
                  <a:close/>
                </a:path>
                <a:path w="255270" h="362585">
                  <a:moveTo>
                    <a:pt x="221322" y="134759"/>
                  </a:moveTo>
                  <a:lnTo>
                    <a:pt x="214947" y="97777"/>
                  </a:lnTo>
                  <a:lnTo>
                    <a:pt x="210629" y="90982"/>
                  </a:lnTo>
                  <a:lnTo>
                    <a:pt x="210629" y="133083"/>
                  </a:lnTo>
                  <a:lnTo>
                    <a:pt x="210527" y="134759"/>
                  </a:lnTo>
                  <a:lnTo>
                    <a:pt x="194360" y="183908"/>
                  </a:lnTo>
                  <a:lnTo>
                    <a:pt x="184670" y="200533"/>
                  </a:lnTo>
                  <a:lnTo>
                    <a:pt x="175158" y="219125"/>
                  </a:lnTo>
                  <a:lnTo>
                    <a:pt x="167881" y="238620"/>
                  </a:lnTo>
                  <a:lnTo>
                    <a:pt x="162979" y="258521"/>
                  </a:lnTo>
                  <a:lnTo>
                    <a:pt x="162902" y="258813"/>
                  </a:lnTo>
                  <a:lnTo>
                    <a:pt x="160274" y="279514"/>
                  </a:lnTo>
                  <a:lnTo>
                    <a:pt x="160185" y="290512"/>
                  </a:lnTo>
                  <a:lnTo>
                    <a:pt x="160185" y="311531"/>
                  </a:lnTo>
                  <a:lnTo>
                    <a:pt x="110426" y="298297"/>
                  </a:lnTo>
                  <a:lnTo>
                    <a:pt x="107315" y="300126"/>
                  </a:lnTo>
                  <a:lnTo>
                    <a:pt x="106540" y="303174"/>
                  </a:lnTo>
                  <a:lnTo>
                    <a:pt x="105740" y="306197"/>
                  </a:lnTo>
                  <a:lnTo>
                    <a:pt x="107569" y="309295"/>
                  </a:lnTo>
                  <a:lnTo>
                    <a:pt x="159727" y="323176"/>
                  </a:lnTo>
                  <a:lnTo>
                    <a:pt x="156273" y="334302"/>
                  </a:lnTo>
                  <a:lnTo>
                    <a:pt x="156197" y="334568"/>
                  </a:lnTo>
                  <a:lnTo>
                    <a:pt x="148932" y="343560"/>
                  </a:lnTo>
                  <a:lnTo>
                    <a:pt x="138899" y="349313"/>
                  </a:lnTo>
                  <a:lnTo>
                    <a:pt x="127063" y="351028"/>
                  </a:lnTo>
                  <a:lnTo>
                    <a:pt x="116763" y="349694"/>
                  </a:lnTo>
                  <a:lnTo>
                    <a:pt x="107632" y="345274"/>
                  </a:lnTo>
                  <a:lnTo>
                    <a:pt x="100368" y="338226"/>
                  </a:lnTo>
                  <a:lnTo>
                    <a:pt x="95605" y="329018"/>
                  </a:lnTo>
                  <a:lnTo>
                    <a:pt x="131025" y="338480"/>
                  </a:lnTo>
                  <a:lnTo>
                    <a:pt x="134962" y="338480"/>
                  </a:lnTo>
                  <a:lnTo>
                    <a:pt x="137172" y="336715"/>
                  </a:lnTo>
                  <a:lnTo>
                    <a:pt x="137693" y="334568"/>
                  </a:lnTo>
                  <a:lnTo>
                    <a:pt x="138531" y="331368"/>
                  </a:lnTo>
                  <a:lnTo>
                    <a:pt x="137185" y="329018"/>
                  </a:lnTo>
                  <a:lnTo>
                    <a:pt x="136817" y="328383"/>
                  </a:lnTo>
                  <a:lnTo>
                    <a:pt x="93941" y="316585"/>
                  </a:lnTo>
                  <a:lnTo>
                    <a:pt x="93941" y="290512"/>
                  </a:lnTo>
                  <a:lnTo>
                    <a:pt x="160185" y="290512"/>
                  </a:lnTo>
                  <a:lnTo>
                    <a:pt x="160185" y="279514"/>
                  </a:lnTo>
                  <a:lnTo>
                    <a:pt x="143624" y="279514"/>
                  </a:lnTo>
                  <a:lnTo>
                    <a:pt x="143624" y="224510"/>
                  </a:lnTo>
                  <a:lnTo>
                    <a:pt x="158280" y="224510"/>
                  </a:lnTo>
                  <a:lnTo>
                    <a:pt x="165696" y="217119"/>
                  </a:lnTo>
                  <a:lnTo>
                    <a:pt x="165696" y="213499"/>
                  </a:lnTo>
                  <a:lnTo>
                    <a:pt x="165696" y="202501"/>
                  </a:lnTo>
                  <a:lnTo>
                    <a:pt x="165696" y="198894"/>
                  </a:lnTo>
                  <a:lnTo>
                    <a:pt x="158280" y="191528"/>
                  </a:lnTo>
                  <a:lnTo>
                    <a:pt x="154647" y="191528"/>
                  </a:lnTo>
                  <a:lnTo>
                    <a:pt x="154647" y="204990"/>
                  </a:lnTo>
                  <a:lnTo>
                    <a:pt x="154647" y="211048"/>
                  </a:lnTo>
                  <a:lnTo>
                    <a:pt x="152184" y="213499"/>
                  </a:lnTo>
                  <a:lnTo>
                    <a:pt x="146088" y="213499"/>
                  </a:lnTo>
                  <a:lnTo>
                    <a:pt x="143624" y="211048"/>
                  </a:lnTo>
                  <a:lnTo>
                    <a:pt x="143624" y="204990"/>
                  </a:lnTo>
                  <a:lnTo>
                    <a:pt x="146088" y="202501"/>
                  </a:lnTo>
                  <a:lnTo>
                    <a:pt x="152184" y="202501"/>
                  </a:lnTo>
                  <a:lnTo>
                    <a:pt x="154647" y="204990"/>
                  </a:lnTo>
                  <a:lnTo>
                    <a:pt x="154647" y="191528"/>
                  </a:lnTo>
                  <a:lnTo>
                    <a:pt x="139979" y="191528"/>
                  </a:lnTo>
                  <a:lnTo>
                    <a:pt x="132575" y="198894"/>
                  </a:lnTo>
                  <a:lnTo>
                    <a:pt x="132575" y="213499"/>
                  </a:lnTo>
                  <a:lnTo>
                    <a:pt x="132575" y="224510"/>
                  </a:lnTo>
                  <a:lnTo>
                    <a:pt x="132575" y="279514"/>
                  </a:lnTo>
                  <a:lnTo>
                    <a:pt x="121551" y="279514"/>
                  </a:lnTo>
                  <a:lnTo>
                    <a:pt x="121551" y="224510"/>
                  </a:lnTo>
                  <a:lnTo>
                    <a:pt x="132575" y="224510"/>
                  </a:lnTo>
                  <a:lnTo>
                    <a:pt x="132575" y="213499"/>
                  </a:lnTo>
                  <a:lnTo>
                    <a:pt x="121551" y="213499"/>
                  </a:lnTo>
                  <a:lnTo>
                    <a:pt x="121551" y="202501"/>
                  </a:lnTo>
                  <a:lnTo>
                    <a:pt x="121551" y="198894"/>
                  </a:lnTo>
                  <a:lnTo>
                    <a:pt x="114109" y="191528"/>
                  </a:lnTo>
                  <a:lnTo>
                    <a:pt x="110502" y="191528"/>
                  </a:lnTo>
                  <a:lnTo>
                    <a:pt x="110502" y="204990"/>
                  </a:lnTo>
                  <a:lnTo>
                    <a:pt x="110502" y="211048"/>
                  </a:lnTo>
                  <a:lnTo>
                    <a:pt x="108038" y="213499"/>
                  </a:lnTo>
                  <a:lnTo>
                    <a:pt x="101942" y="213499"/>
                  </a:lnTo>
                  <a:lnTo>
                    <a:pt x="99453" y="211048"/>
                  </a:lnTo>
                  <a:lnTo>
                    <a:pt x="99453" y="204990"/>
                  </a:lnTo>
                  <a:lnTo>
                    <a:pt x="101942" y="202501"/>
                  </a:lnTo>
                  <a:lnTo>
                    <a:pt x="108038" y="202501"/>
                  </a:lnTo>
                  <a:lnTo>
                    <a:pt x="110502" y="204990"/>
                  </a:lnTo>
                  <a:lnTo>
                    <a:pt x="110502" y="191528"/>
                  </a:lnTo>
                  <a:lnTo>
                    <a:pt x="95846" y="191528"/>
                  </a:lnTo>
                  <a:lnTo>
                    <a:pt x="88430" y="198894"/>
                  </a:lnTo>
                  <a:lnTo>
                    <a:pt x="88430" y="217119"/>
                  </a:lnTo>
                  <a:lnTo>
                    <a:pt x="95846" y="224510"/>
                  </a:lnTo>
                  <a:lnTo>
                    <a:pt x="110502" y="224510"/>
                  </a:lnTo>
                  <a:lnTo>
                    <a:pt x="110502" y="279514"/>
                  </a:lnTo>
                  <a:lnTo>
                    <a:pt x="93497" y="279514"/>
                  </a:lnTo>
                  <a:lnTo>
                    <a:pt x="90500" y="258813"/>
                  </a:lnTo>
                  <a:lnTo>
                    <a:pt x="90449" y="258521"/>
                  </a:lnTo>
                  <a:lnTo>
                    <a:pt x="85051" y="238061"/>
                  </a:lnTo>
                  <a:lnTo>
                    <a:pt x="77368" y="218351"/>
                  </a:lnTo>
                  <a:lnTo>
                    <a:pt x="67462" y="199555"/>
                  </a:lnTo>
                  <a:lnTo>
                    <a:pt x="57937" y="183159"/>
                  </a:lnTo>
                  <a:lnTo>
                    <a:pt x="49784" y="166865"/>
                  </a:lnTo>
                  <a:lnTo>
                    <a:pt x="44094" y="150571"/>
                  </a:lnTo>
                  <a:lnTo>
                    <a:pt x="42049" y="134759"/>
                  </a:lnTo>
                  <a:lnTo>
                    <a:pt x="41973" y="134200"/>
                  </a:lnTo>
                  <a:lnTo>
                    <a:pt x="66992" y="74015"/>
                  </a:lnTo>
                  <a:lnTo>
                    <a:pt x="127063" y="48514"/>
                  </a:lnTo>
                  <a:lnTo>
                    <a:pt x="159791" y="55359"/>
                  </a:lnTo>
                  <a:lnTo>
                    <a:pt x="186423" y="73558"/>
                  </a:lnTo>
                  <a:lnTo>
                    <a:pt x="204266" y="100368"/>
                  </a:lnTo>
                  <a:lnTo>
                    <a:pt x="210629" y="133083"/>
                  </a:lnTo>
                  <a:lnTo>
                    <a:pt x="210629" y="90982"/>
                  </a:lnTo>
                  <a:lnTo>
                    <a:pt x="195516" y="67170"/>
                  </a:lnTo>
                  <a:lnTo>
                    <a:pt x="169418" y="48514"/>
                  </a:lnTo>
                  <a:lnTo>
                    <a:pt x="165976" y="46050"/>
                  </a:lnTo>
                  <a:lnTo>
                    <a:pt x="129311" y="37566"/>
                  </a:lnTo>
                  <a:lnTo>
                    <a:pt x="126834" y="37566"/>
                  </a:lnTo>
                  <a:lnTo>
                    <a:pt x="89738" y="45593"/>
                  </a:lnTo>
                  <a:lnTo>
                    <a:pt x="59270" y="66395"/>
                  </a:lnTo>
                  <a:lnTo>
                    <a:pt x="38671" y="96926"/>
                  </a:lnTo>
                  <a:lnTo>
                    <a:pt x="30911" y="134200"/>
                  </a:lnTo>
                  <a:lnTo>
                    <a:pt x="33185" y="152552"/>
                  </a:lnTo>
                  <a:lnTo>
                    <a:pt x="39217" y="170256"/>
                  </a:lnTo>
                  <a:lnTo>
                    <a:pt x="47866" y="187667"/>
                  </a:lnTo>
                  <a:lnTo>
                    <a:pt x="57873" y="204990"/>
                  </a:lnTo>
                  <a:lnTo>
                    <a:pt x="67373" y="222923"/>
                  </a:lnTo>
                  <a:lnTo>
                    <a:pt x="74650" y="241592"/>
                  </a:lnTo>
                  <a:lnTo>
                    <a:pt x="79743" y="261073"/>
                  </a:lnTo>
                  <a:lnTo>
                    <a:pt x="82524" y="280606"/>
                  </a:lnTo>
                  <a:lnTo>
                    <a:pt x="82588" y="321754"/>
                  </a:lnTo>
                  <a:lnTo>
                    <a:pt x="82778" y="322503"/>
                  </a:lnTo>
                  <a:lnTo>
                    <a:pt x="83134" y="323176"/>
                  </a:lnTo>
                  <a:lnTo>
                    <a:pt x="87401" y="338226"/>
                  </a:lnTo>
                  <a:lnTo>
                    <a:pt x="87477" y="338480"/>
                  </a:lnTo>
                  <a:lnTo>
                    <a:pt x="87591" y="338886"/>
                  </a:lnTo>
                  <a:lnTo>
                    <a:pt x="97282" y="351383"/>
                  </a:lnTo>
                  <a:lnTo>
                    <a:pt x="110883" y="359486"/>
                  </a:lnTo>
                  <a:lnTo>
                    <a:pt x="127063" y="362026"/>
                  </a:lnTo>
                  <a:lnTo>
                    <a:pt x="143751" y="359295"/>
                  </a:lnTo>
                  <a:lnTo>
                    <a:pt x="157073" y="351028"/>
                  </a:lnTo>
                  <a:lnTo>
                    <a:pt x="157619" y="350685"/>
                  </a:lnTo>
                  <a:lnTo>
                    <a:pt x="167246" y="337540"/>
                  </a:lnTo>
                  <a:lnTo>
                    <a:pt x="171208" y="321144"/>
                  </a:lnTo>
                  <a:lnTo>
                    <a:pt x="171208" y="311531"/>
                  </a:lnTo>
                  <a:lnTo>
                    <a:pt x="171208" y="290512"/>
                  </a:lnTo>
                  <a:lnTo>
                    <a:pt x="171208" y="280606"/>
                  </a:lnTo>
                  <a:lnTo>
                    <a:pt x="171348" y="279514"/>
                  </a:lnTo>
                  <a:lnTo>
                    <a:pt x="173634" y="261073"/>
                  </a:lnTo>
                  <a:lnTo>
                    <a:pt x="178333" y="242023"/>
                  </a:lnTo>
                  <a:lnTo>
                    <a:pt x="185242" y="223647"/>
                  </a:lnTo>
                  <a:lnTo>
                    <a:pt x="194284" y="206146"/>
                  </a:lnTo>
                  <a:lnTo>
                    <a:pt x="204381" y="188671"/>
                  </a:lnTo>
                  <a:lnTo>
                    <a:pt x="213017" y="171234"/>
                  </a:lnTo>
                  <a:lnTo>
                    <a:pt x="219049" y="153416"/>
                  </a:lnTo>
                  <a:lnTo>
                    <a:pt x="221322" y="134759"/>
                  </a:lnTo>
                  <a:close/>
                </a:path>
                <a:path w="255270" h="362585">
                  <a:moveTo>
                    <a:pt x="252907" y="93916"/>
                  </a:moveTo>
                  <a:lnTo>
                    <a:pt x="251104" y="87744"/>
                  </a:lnTo>
                  <a:lnTo>
                    <a:pt x="248119" y="86080"/>
                  </a:lnTo>
                  <a:lnTo>
                    <a:pt x="234797" y="90703"/>
                  </a:lnTo>
                  <a:lnTo>
                    <a:pt x="231889" y="91211"/>
                  </a:lnTo>
                  <a:lnTo>
                    <a:pt x="229895" y="94259"/>
                  </a:lnTo>
                  <a:lnTo>
                    <a:pt x="230835" y="100736"/>
                  </a:lnTo>
                  <a:lnTo>
                    <a:pt x="233578" y="102946"/>
                  </a:lnTo>
                  <a:lnTo>
                    <a:pt x="236486" y="102425"/>
                  </a:lnTo>
                  <a:lnTo>
                    <a:pt x="237007" y="101841"/>
                  </a:lnTo>
                  <a:lnTo>
                    <a:pt x="238594" y="101841"/>
                  </a:lnTo>
                  <a:lnTo>
                    <a:pt x="251383" y="97193"/>
                  </a:lnTo>
                  <a:lnTo>
                    <a:pt x="252907" y="93916"/>
                  </a:lnTo>
                  <a:close/>
                </a:path>
                <a:path w="255270" h="362585">
                  <a:moveTo>
                    <a:pt x="254825" y="167779"/>
                  </a:moveTo>
                  <a:lnTo>
                    <a:pt x="252590" y="165366"/>
                  </a:lnTo>
                  <a:lnTo>
                    <a:pt x="249339" y="164985"/>
                  </a:lnTo>
                  <a:lnTo>
                    <a:pt x="235127" y="161277"/>
                  </a:lnTo>
                  <a:lnTo>
                    <a:pt x="231813" y="162610"/>
                  </a:lnTo>
                  <a:lnTo>
                    <a:pt x="230809" y="165074"/>
                  </a:lnTo>
                  <a:lnTo>
                    <a:pt x="229463" y="167500"/>
                  </a:lnTo>
                  <a:lnTo>
                    <a:pt x="230809" y="170307"/>
                  </a:lnTo>
                  <a:lnTo>
                    <a:pt x="233832" y="171411"/>
                  </a:lnTo>
                  <a:lnTo>
                    <a:pt x="245694" y="174371"/>
                  </a:lnTo>
                  <a:lnTo>
                    <a:pt x="246329" y="174459"/>
                  </a:lnTo>
                  <a:lnTo>
                    <a:pt x="246964" y="174459"/>
                  </a:lnTo>
                  <a:lnTo>
                    <a:pt x="247573" y="174371"/>
                  </a:lnTo>
                  <a:lnTo>
                    <a:pt x="250837" y="174739"/>
                  </a:lnTo>
                  <a:lnTo>
                    <a:pt x="253834" y="172961"/>
                  </a:lnTo>
                  <a:lnTo>
                    <a:pt x="254825" y="167779"/>
                  </a:lnTo>
                  <a:close/>
                </a:path>
              </a:pathLst>
            </a:custGeom>
            <a:solidFill>
              <a:srgbClr val="2A6A83"/>
            </a:solidFill>
          </p:spPr>
          <p:txBody>
            <a:bodyPr wrap="square" lIns="0" tIns="0" rIns="0" bIns="0" rtlCol="0"/>
            <a:lstStyle/>
            <a:p>
              <a:endParaRPr/>
            </a:p>
          </p:txBody>
        </p:sp>
        <p:pic>
          <p:nvPicPr>
            <p:cNvPr id="32" name="object 32"/>
            <p:cNvPicPr/>
            <p:nvPr/>
          </p:nvPicPr>
          <p:blipFill>
            <a:blip r:embed="rId6" cstate="print"/>
            <a:stretch>
              <a:fillRect/>
            </a:stretch>
          </p:blipFill>
          <p:spPr>
            <a:xfrm>
              <a:off x="6062915" y="2161200"/>
              <a:ext cx="69214" cy="98628"/>
            </a:xfrm>
            <a:prstGeom prst="rect">
              <a:avLst/>
            </a:prstGeom>
          </p:spPr>
        </p:pic>
        <p:pic>
          <p:nvPicPr>
            <p:cNvPr id="33" name="object 33"/>
            <p:cNvPicPr/>
            <p:nvPr/>
          </p:nvPicPr>
          <p:blipFill>
            <a:blip r:embed="rId7" cstate="print"/>
            <a:stretch>
              <a:fillRect/>
            </a:stretch>
          </p:blipFill>
          <p:spPr>
            <a:xfrm>
              <a:off x="6280979" y="2163941"/>
              <a:ext cx="68884" cy="94856"/>
            </a:xfrm>
            <a:prstGeom prst="rect">
              <a:avLst/>
            </a:prstGeom>
          </p:spPr>
        </p:pic>
        <p:sp>
          <p:nvSpPr>
            <p:cNvPr id="34" name="object 34"/>
            <p:cNvSpPr/>
            <p:nvPr/>
          </p:nvSpPr>
          <p:spPr>
            <a:xfrm>
              <a:off x="6133935" y="2066111"/>
              <a:ext cx="22860" cy="60960"/>
            </a:xfrm>
            <a:custGeom>
              <a:avLst/>
              <a:gdLst/>
              <a:ahLst/>
              <a:cxnLst/>
              <a:rect l="l" t="t" r="r" b="b"/>
              <a:pathLst>
                <a:path w="22860" h="60960">
                  <a:moveTo>
                    <a:pt x="10629" y="25146"/>
                  </a:moveTo>
                  <a:lnTo>
                    <a:pt x="10109" y="21983"/>
                  </a:lnTo>
                  <a:lnTo>
                    <a:pt x="9664" y="19240"/>
                  </a:lnTo>
                  <a:lnTo>
                    <a:pt x="9448" y="16446"/>
                  </a:lnTo>
                  <a:lnTo>
                    <a:pt x="9448" y="13652"/>
                  </a:lnTo>
                  <a:lnTo>
                    <a:pt x="9334" y="11379"/>
                  </a:lnTo>
                  <a:lnTo>
                    <a:pt x="9334" y="9131"/>
                  </a:lnTo>
                  <a:lnTo>
                    <a:pt x="9448" y="6858"/>
                  </a:lnTo>
                  <a:lnTo>
                    <a:pt x="9715" y="3644"/>
                  </a:lnTo>
                  <a:lnTo>
                    <a:pt x="7835" y="762"/>
                  </a:lnTo>
                  <a:lnTo>
                    <a:pt x="5232" y="406"/>
                  </a:lnTo>
                  <a:lnTo>
                    <a:pt x="2743" y="0"/>
                  </a:lnTo>
                  <a:lnTo>
                    <a:pt x="495" y="2184"/>
                  </a:lnTo>
                  <a:lnTo>
                    <a:pt x="165" y="5676"/>
                  </a:lnTo>
                  <a:lnTo>
                    <a:pt x="0" y="8331"/>
                  </a:lnTo>
                  <a:lnTo>
                    <a:pt x="0" y="11010"/>
                  </a:lnTo>
                  <a:lnTo>
                    <a:pt x="165" y="13652"/>
                  </a:lnTo>
                  <a:lnTo>
                    <a:pt x="165" y="17157"/>
                  </a:lnTo>
                  <a:lnTo>
                    <a:pt x="444" y="20650"/>
                  </a:lnTo>
                  <a:lnTo>
                    <a:pt x="1003" y="24091"/>
                  </a:lnTo>
                  <a:lnTo>
                    <a:pt x="1358" y="26885"/>
                  </a:lnTo>
                  <a:lnTo>
                    <a:pt x="3327" y="28956"/>
                  </a:lnTo>
                  <a:lnTo>
                    <a:pt x="6451" y="28905"/>
                  </a:lnTo>
                  <a:lnTo>
                    <a:pt x="8978" y="28244"/>
                  </a:lnTo>
                  <a:lnTo>
                    <a:pt x="10629" y="25146"/>
                  </a:lnTo>
                  <a:close/>
                </a:path>
                <a:path w="22860" h="60960">
                  <a:moveTo>
                    <a:pt x="22606" y="53746"/>
                  </a:moveTo>
                  <a:lnTo>
                    <a:pt x="21361" y="50888"/>
                  </a:lnTo>
                  <a:lnTo>
                    <a:pt x="19304" y="45961"/>
                  </a:lnTo>
                  <a:lnTo>
                    <a:pt x="18364" y="43497"/>
                  </a:lnTo>
                  <a:lnTo>
                    <a:pt x="17195" y="40640"/>
                  </a:lnTo>
                  <a:lnTo>
                    <a:pt x="14401" y="39433"/>
                  </a:lnTo>
                  <a:lnTo>
                    <a:pt x="9728" y="42202"/>
                  </a:lnTo>
                  <a:lnTo>
                    <a:pt x="8775" y="45720"/>
                  </a:lnTo>
                  <a:lnTo>
                    <a:pt x="9893" y="48628"/>
                  </a:lnTo>
                  <a:lnTo>
                    <a:pt x="13106" y="56515"/>
                  </a:lnTo>
                  <a:lnTo>
                    <a:pt x="14351" y="59372"/>
                  </a:lnTo>
                  <a:lnTo>
                    <a:pt x="17195" y="60413"/>
                  </a:lnTo>
                  <a:lnTo>
                    <a:pt x="21767" y="57315"/>
                  </a:lnTo>
                  <a:lnTo>
                    <a:pt x="22606" y="53746"/>
                  </a:lnTo>
                  <a:close/>
                </a:path>
              </a:pathLst>
            </a:custGeom>
            <a:solidFill>
              <a:srgbClr val="2A6A83"/>
            </a:solidFill>
          </p:spPr>
          <p:txBody>
            <a:bodyPr wrap="square" lIns="0" tIns="0" rIns="0" bIns="0" rtlCol="0"/>
            <a:lstStyle/>
            <a:p>
              <a:endParaRPr/>
            </a:p>
          </p:txBody>
        </p:sp>
        <p:pic>
          <p:nvPicPr>
            <p:cNvPr id="35" name="object 35"/>
            <p:cNvPicPr/>
            <p:nvPr/>
          </p:nvPicPr>
          <p:blipFill>
            <a:blip r:embed="rId8" cstate="print"/>
            <a:stretch>
              <a:fillRect/>
            </a:stretch>
          </p:blipFill>
          <p:spPr>
            <a:xfrm>
              <a:off x="6202003" y="2005481"/>
              <a:ext cx="75806" cy="108854"/>
            </a:xfrm>
            <a:prstGeom prst="rect">
              <a:avLst/>
            </a:prstGeom>
          </p:spPr>
        </p:pic>
      </p:grpSp>
      <p:sp>
        <p:nvSpPr>
          <p:cNvPr id="36" name="object 36"/>
          <p:cNvSpPr txBox="1"/>
          <p:nvPr/>
        </p:nvSpPr>
        <p:spPr>
          <a:xfrm>
            <a:off x="1130300" y="4770218"/>
            <a:ext cx="3101340" cy="917575"/>
          </a:xfrm>
          <a:prstGeom prst="rect">
            <a:avLst/>
          </a:prstGeom>
        </p:spPr>
        <p:txBody>
          <a:bodyPr vert="horz" wrap="square" lIns="0" tIns="12700" rIns="0" bIns="0" rtlCol="0">
            <a:spAutoFit/>
          </a:bodyPr>
          <a:lstStyle/>
          <a:p>
            <a:pPr marL="12700">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ACCOUNTABILITY, INTEGRITY, AND TRUST</a:t>
            </a:r>
          </a:p>
          <a:p>
            <a:pPr marL="12700" marR="5080">
              <a:lnSpc>
                <a:spcPct val="113700"/>
              </a:lnSpc>
              <a:spcBef>
                <a:spcPts val="84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 will act honestly and consistently with all; accept responsibility to deliver results and commit to openly communicate.</a:t>
            </a:r>
          </a:p>
        </p:txBody>
      </p:sp>
      <p:grpSp>
        <p:nvGrpSpPr>
          <p:cNvPr id="37" name="object 37"/>
          <p:cNvGrpSpPr/>
          <p:nvPr/>
        </p:nvGrpSpPr>
        <p:grpSpPr>
          <a:xfrm>
            <a:off x="1136650" y="4686300"/>
            <a:ext cx="3663950" cy="502284"/>
            <a:chOff x="1136650" y="4686300"/>
            <a:chExt cx="3663950" cy="502284"/>
          </a:xfrm>
        </p:grpSpPr>
        <p:sp>
          <p:nvSpPr>
            <p:cNvPr id="38" name="object 38"/>
            <p:cNvSpPr/>
            <p:nvPr/>
          </p:nvSpPr>
          <p:spPr>
            <a:xfrm>
              <a:off x="1143000" y="46926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39" name="object 39"/>
            <p:cNvSpPr/>
            <p:nvPr/>
          </p:nvSpPr>
          <p:spPr>
            <a:xfrm>
              <a:off x="4737100" y="51245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40" name="object 40"/>
          <p:cNvSpPr txBox="1"/>
          <p:nvPr/>
        </p:nvSpPr>
        <p:spPr>
          <a:xfrm>
            <a:off x="5850890" y="4770218"/>
            <a:ext cx="3149600" cy="917575"/>
          </a:xfrm>
          <a:prstGeom prst="rect">
            <a:avLst/>
          </a:prstGeom>
        </p:spPr>
        <p:txBody>
          <a:bodyPr vert="horz" wrap="square" lIns="0" tIns="12700" rIns="0" bIns="0" rtlCol="0">
            <a:spAutoFit/>
          </a:bodyPr>
          <a:lstStyle/>
          <a:p>
            <a:pPr marL="12700" algn="just">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DEDICATION TO EXCELLENCE</a:t>
            </a:r>
          </a:p>
          <a:p>
            <a:pPr marL="12700" marR="5080" algn="just">
              <a:lnSpc>
                <a:spcPct val="113700"/>
              </a:lnSpc>
              <a:spcBef>
                <a:spcPts val="84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 will set high standards for performance and strive to be best in class through outstanding leadership at all levels.</a:t>
            </a:r>
          </a:p>
        </p:txBody>
      </p:sp>
      <p:pic>
        <p:nvPicPr>
          <p:cNvPr id="41" name="object 41"/>
          <p:cNvPicPr/>
          <p:nvPr/>
        </p:nvPicPr>
        <p:blipFill>
          <a:blip r:embed="rId9" cstate="print"/>
          <a:stretch>
            <a:fillRect/>
          </a:stretch>
        </p:blipFill>
        <p:spPr>
          <a:xfrm>
            <a:off x="1143001" y="4000500"/>
            <a:ext cx="685800" cy="593458"/>
          </a:xfrm>
          <a:prstGeom prst="rect">
            <a:avLst/>
          </a:prstGeom>
        </p:spPr>
      </p:pic>
      <p:grpSp>
        <p:nvGrpSpPr>
          <p:cNvPr id="42" name="object 42"/>
          <p:cNvGrpSpPr/>
          <p:nvPr/>
        </p:nvGrpSpPr>
        <p:grpSpPr>
          <a:xfrm>
            <a:off x="5863591" y="4000500"/>
            <a:ext cx="685800" cy="593725"/>
            <a:chOff x="5863591" y="4000500"/>
            <a:chExt cx="685800" cy="593725"/>
          </a:xfrm>
        </p:grpSpPr>
        <p:sp>
          <p:nvSpPr>
            <p:cNvPr id="43" name="object 43"/>
            <p:cNvSpPr/>
            <p:nvPr/>
          </p:nvSpPr>
          <p:spPr>
            <a:xfrm>
              <a:off x="5866766" y="4003675"/>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3"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3" y="542658"/>
                  </a:lnTo>
                  <a:close/>
                </a:path>
                <a:path w="679450" h="587375">
                  <a:moveTo>
                    <a:pt x="181114" y="542658"/>
                  </a:moveTo>
                  <a:lnTo>
                    <a:pt x="177927"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50"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7"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09" y="42608"/>
                  </a:lnTo>
                  <a:lnTo>
                    <a:pt x="196092" y="38754"/>
                  </a:lnTo>
                  <a:lnTo>
                    <a:pt x="200972" y="32502"/>
                  </a:lnTo>
                  <a:lnTo>
                    <a:pt x="203365" y="24752"/>
                  </a:lnTo>
                  <a:lnTo>
                    <a:pt x="520852" y="24752"/>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09" y="42608"/>
                  </a:moveTo>
                  <a:lnTo>
                    <a:pt x="172161" y="42608"/>
                  </a:lnTo>
                  <a:lnTo>
                    <a:pt x="174904" y="43789"/>
                  </a:lnTo>
                  <a:lnTo>
                    <a:pt x="177927" y="44450"/>
                  </a:lnTo>
                  <a:lnTo>
                    <a:pt x="181114" y="44450"/>
                  </a:lnTo>
                  <a:lnTo>
                    <a:pt x="189286" y="42929"/>
                  </a:lnTo>
                  <a:lnTo>
                    <a:pt x="189809" y="42608"/>
                  </a:lnTo>
                  <a:close/>
                </a:path>
                <a:path w="679450" h="587375">
                  <a:moveTo>
                    <a:pt x="520852" y="24752"/>
                  </a:moveTo>
                  <a:lnTo>
                    <a:pt x="476084" y="24752"/>
                  </a:lnTo>
                  <a:lnTo>
                    <a:pt x="478484" y="32502"/>
                  </a:lnTo>
                  <a:lnTo>
                    <a:pt x="483366" y="38754"/>
                  </a:lnTo>
                  <a:lnTo>
                    <a:pt x="490170" y="42929"/>
                  </a:lnTo>
                  <a:lnTo>
                    <a:pt x="498335" y="44450"/>
                  </a:lnTo>
                  <a:lnTo>
                    <a:pt x="501523" y="44450"/>
                  </a:lnTo>
                  <a:lnTo>
                    <a:pt x="504545" y="43789"/>
                  </a:lnTo>
                  <a:lnTo>
                    <a:pt x="507288" y="42608"/>
                  </a:lnTo>
                  <a:lnTo>
                    <a:pt x="513182" y="42608"/>
                  </a:lnTo>
                  <a:lnTo>
                    <a:pt x="511683" y="40043"/>
                  </a:lnTo>
                  <a:lnTo>
                    <a:pt x="517207" y="35991"/>
                  </a:lnTo>
                  <a:lnTo>
                    <a:pt x="520852" y="29552"/>
                  </a:lnTo>
                  <a:lnTo>
                    <a:pt x="520852" y="24752"/>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44" name="object 44"/>
            <p:cNvSpPr/>
            <p:nvPr/>
          </p:nvSpPr>
          <p:spPr>
            <a:xfrm>
              <a:off x="5866766" y="4003675"/>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7"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2"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50" y="293573"/>
                  </a:lnTo>
                  <a:lnTo>
                    <a:pt x="677680" y="284917"/>
                  </a:lnTo>
                  <a:lnTo>
                    <a:pt x="672855" y="277849"/>
                  </a:lnTo>
                  <a:lnTo>
                    <a:pt x="665701" y="273083"/>
                  </a:lnTo>
                  <a:lnTo>
                    <a:pt x="656945" y="271335"/>
                  </a:lnTo>
                  <a:lnTo>
                    <a:pt x="653745" y="271335"/>
                  </a:lnTo>
                  <a:lnTo>
                    <a:pt x="650735" y="272008"/>
                  </a:lnTo>
                  <a:lnTo>
                    <a:pt x="647979" y="273189"/>
                  </a:lnTo>
                  <a:lnTo>
                    <a:pt x="511683"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7" y="44450"/>
                  </a:lnTo>
                  <a:lnTo>
                    <a:pt x="181114" y="44450"/>
                  </a:lnTo>
                  <a:lnTo>
                    <a:pt x="189286" y="42929"/>
                  </a:lnTo>
                  <a:lnTo>
                    <a:pt x="196092" y="38754"/>
                  </a:lnTo>
                  <a:lnTo>
                    <a:pt x="200972" y="32502"/>
                  </a:lnTo>
                  <a:lnTo>
                    <a:pt x="203365" y="24752"/>
                  </a:lnTo>
                  <a:lnTo>
                    <a:pt x="476084" y="24752"/>
                  </a:lnTo>
                  <a:lnTo>
                    <a:pt x="478484" y="32502"/>
                  </a:lnTo>
                  <a:lnTo>
                    <a:pt x="483366" y="38754"/>
                  </a:lnTo>
                  <a:lnTo>
                    <a:pt x="490170" y="42929"/>
                  </a:lnTo>
                  <a:lnTo>
                    <a:pt x="498335" y="44450"/>
                  </a:lnTo>
                  <a:lnTo>
                    <a:pt x="501523"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3"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7"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pic>
          <p:nvPicPr>
            <p:cNvPr id="45" name="object 45"/>
            <p:cNvPicPr/>
            <p:nvPr/>
          </p:nvPicPr>
          <p:blipFill>
            <a:blip r:embed="rId10" cstate="print"/>
            <a:stretch>
              <a:fillRect/>
            </a:stretch>
          </p:blipFill>
          <p:spPr>
            <a:xfrm>
              <a:off x="6161118" y="4183200"/>
              <a:ext cx="90843" cy="87833"/>
            </a:xfrm>
            <a:prstGeom prst="rect">
              <a:avLst/>
            </a:prstGeom>
          </p:spPr>
        </p:pic>
        <p:sp>
          <p:nvSpPr>
            <p:cNvPr id="46" name="object 46"/>
            <p:cNvSpPr/>
            <p:nvPr/>
          </p:nvSpPr>
          <p:spPr>
            <a:xfrm>
              <a:off x="6081372" y="4154351"/>
              <a:ext cx="250825" cy="285750"/>
            </a:xfrm>
            <a:custGeom>
              <a:avLst/>
              <a:gdLst/>
              <a:ahLst/>
              <a:cxnLst/>
              <a:rect l="l" t="t" r="r" b="b"/>
              <a:pathLst>
                <a:path w="250825" h="285750">
                  <a:moveTo>
                    <a:pt x="188379" y="238417"/>
                  </a:moveTo>
                  <a:lnTo>
                    <a:pt x="61861" y="238417"/>
                  </a:lnTo>
                  <a:lnTo>
                    <a:pt x="59169" y="241071"/>
                  </a:lnTo>
                  <a:lnTo>
                    <a:pt x="59169" y="283095"/>
                  </a:lnTo>
                  <a:lnTo>
                    <a:pt x="61861" y="285749"/>
                  </a:lnTo>
                  <a:lnTo>
                    <a:pt x="188379" y="285749"/>
                  </a:lnTo>
                  <a:lnTo>
                    <a:pt x="191046" y="283095"/>
                  </a:lnTo>
                  <a:lnTo>
                    <a:pt x="191046" y="273913"/>
                  </a:lnTo>
                  <a:lnTo>
                    <a:pt x="71158" y="273913"/>
                  </a:lnTo>
                  <a:lnTo>
                    <a:pt x="71158" y="250240"/>
                  </a:lnTo>
                  <a:lnTo>
                    <a:pt x="191046" y="250240"/>
                  </a:lnTo>
                  <a:lnTo>
                    <a:pt x="191046" y="241071"/>
                  </a:lnTo>
                  <a:lnTo>
                    <a:pt x="188379" y="238417"/>
                  </a:lnTo>
                  <a:close/>
                </a:path>
                <a:path w="250825" h="285750">
                  <a:moveTo>
                    <a:pt x="191046" y="250240"/>
                  </a:moveTo>
                  <a:lnTo>
                    <a:pt x="179057" y="250240"/>
                  </a:lnTo>
                  <a:lnTo>
                    <a:pt x="179057" y="273913"/>
                  </a:lnTo>
                  <a:lnTo>
                    <a:pt x="191046" y="273913"/>
                  </a:lnTo>
                  <a:lnTo>
                    <a:pt x="191046" y="250240"/>
                  </a:lnTo>
                  <a:close/>
                </a:path>
                <a:path w="250825" h="285750">
                  <a:moveTo>
                    <a:pt x="199720" y="0"/>
                  </a:moveTo>
                  <a:lnTo>
                    <a:pt x="51676" y="0"/>
                  </a:lnTo>
                  <a:lnTo>
                    <a:pt x="50241" y="634"/>
                  </a:lnTo>
                  <a:lnTo>
                    <a:pt x="48831" y="2044"/>
                  </a:lnTo>
                  <a:lnTo>
                    <a:pt x="47917" y="3086"/>
                  </a:lnTo>
                  <a:lnTo>
                    <a:pt x="47332" y="4432"/>
                  </a:lnTo>
                  <a:lnTo>
                    <a:pt x="47332" y="23672"/>
                  </a:lnTo>
                  <a:lnTo>
                    <a:pt x="2654" y="23672"/>
                  </a:lnTo>
                  <a:lnTo>
                    <a:pt x="0" y="26314"/>
                  </a:lnTo>
                  <a:lnTo>
                    <a:pt x="16" y="29794"/>
                  </a:lnTo>
                  <a:lnTo>
                    <a:pt x="2555" y="61121"/>
                  </a:lnTo>
                  <a:lnTo>
                    <a:pt x="21725" y="110128"/>
                  </a:lnTo>
                  <a:lnTo>
                    <a:pt x="50268" y="137650"/>
                  </a:lnTo>
                  <a:lnTo>
                    <a:pt x="73710" y="148196"/>
                  </a:lnTo>
                  <a:lnTo>
                    <a:pt x="76597" y="152831"/>
                  </a:lnTo>
                  <a:lnTo>
                    <a:pt x="100495" y="180911"/>
                  </a:lnTo>
                  <a:lnTo>
                    <a:pt x="102184" y="182765"/>
                  </a:lnTo>
                  <a:lnTo>
                    <a:pt x="106359" y="194027"/>
                  </a:lnTo>
                  <a:lnTo>
                    <a:pt x="102704" y="208262"/>
                  </a:lnTo>
                  <a:lnTo>
                    <a:pt x="91982" y="223661"/>
                  </a:lnTo>
                  <a:lnTo>
                    <a:pt x="74955" y="238417"/>
                  </a:lnTo>
                  <a:lnTo>
                    <a:pt x="94030" y="238417"/>
                  </a:lnTo>
                  <a:lnTo>
                    <a:pt x="108469" y="221948"/>
                  </a:lnTo>
                  <a:lnTo>
                    <a:pt x="116738" y="204928"/>
                  </a:lnTo>
                  <a:lnTo>
                    <a:pt x="117873" y="188730"/>
                  </a:lnTo>
                  <a:lnTo>
                    <a:pt x="110909" y="174726"/>
                  </a:lnTo>
                  <a:lnTo>
                    <a:pt x="109143" y="172783"/>
                  </a:lnTo>
                  <a:lnTo>
                    <a:pt x="101714" y="164871"/>
                  </a:lnTo>
                  <a:lnTo>
                    <a:pt x="97942" y="160794"/>
                  </a:lnTo>
                  <a:lnTo>
                    <a:pt x="94945" y="157340"/>
                  </a:lnTo>
                  <a:lnTo>
                    <a:pt x="92062" y="153708"/>
                  </a:lnTo>
                  <a:lnTo>
                    <a:pt x="78417" y="132295"/>
                  </a:lnTo>
                  <a:lnTo>
                    <a:pt x="65138" y="132295"/>
                  </a:lnTo>
                  <a:lnTo>
                    <a:pt x="31879" y="103937"/>
                  </a:lnTo>
                  <a:lnTo>
                    <a:pt x="14838" y="62371"/>
                  </a:lnTo>
                  <a:lnTo>
                    <a:pt x="11938" y="35509"/>
                  </a:lnTo>
                  <a:lnTo>
                    <a:pt x="59463" y="35509"/>
                  </a:lnTo>
                  <a:lnTo>
                    <a:pt x="59169" y="29794"/>
                  </a:lnTo>
                  <a:lnTo>
                    <a:pt x="59169" y="11836"/>
                  </a:lnTo>
                  <a:lnTo>
                    <a:pt x="202846" y="11836"/>
                  </a:lnTo>
                  <a:lnTo>
                    <a:pt x="202819" y="4965"/>
                  </a:lnTo>
                  <a:lnTo>
                    <a:pt x="202076" y="2044"/>
                  </a:lnTo>
                  <a:lnTo>
                    <a:pt x="200489" y="634"/>
                  </a:lnTo>
                  <a:lnTo>
                    <a:pt x="199720" y="0"/>
                  </a:lnTo>
                  <a:close/>
                </a:path>
                <a:path w="250825" h="285750">
                  <a:moveTo>
                    <a:pt x="202846" y="11836"/>
                  </a:moveTo>
                  <a:lnTo>
                    <a:pt x="190779" y="11836"/>
                  </a:lnTo>
                  <a:lnTo>
                    <a:pt x="190779" y="29794"/>
                  </a:lnTo>
                  <a:lnTo>
                    <a:pt x="188610" y="70979"/>
                  </a:lnTo>
                  <a:lnTo>
                    <a:pt x="182269" y="103937"/>
                  </a:lnTo>
                  <a:lnTo>
                    <a:pt x="182189" y="104352"/>
                  </a:lnTo>
                  <a:lnTo>
                    <a:pt x="171646" y="131424"/>
                  </a:lnTo>
                  <a:lnTo>
                    <a:pt x="146227" y="165912"/>
                  </a:lnTo>
                  <a:lnTo>
                    <a:pt x="139611" y="172783"/>
                  </a:lnTo>
                  <a:lnTo>
                    <a:pt x="137807" y="174726"/>
                  </a:lnTo>
                  <a:lnTo>
                    <a:pt x="130680" y="188730"/>
                  </a:lnTo>
                  <a:lnTo>
                    <a:pt x="131843" y="204928"/>
                  </a:lnTo>
                  <a:lnTo>
                    <a:pt x="140309" y="221948"/>
                  </a:lnTo>
                  <a:lnTo>
                    <a:pt x="155092" y="238417"/>
                  </a:lnTo>
                  <a:lnTo>
                    <a:pt x="174599" y="238417"/>
                  </a:lnTo>
                  <a:lnTo>
                    <a:pt x="157178" y="223661"/>
                  </a:lnTo>
                  <a:lnTo>
                    <a:pt x="146205" y="208262"/>
                  </a:lnTo>
                  <a:lnTo>
                    <a:pt x="142467" y="194027"/>
                  </a:lnTo>
                  <a:lnTo>
                    <a:pt x="146748" y="182765"/>
                  </a:lnTo>
                  <a:lnTo>
                    <a:pt x="148475" y="180911"/>
                  </a:lnTo>
                  <a:lnTo>
                    <a:pt x="155041" y="174116"/>
                  </a:lnTo>
                  <a:lnTo>
                    <a:pt x="160159" y="168706"/>
                  </a:lnTo>
                  <a:lnTo>
                    <a:pt x="163423" y="165036"/>
                  </a:lnTo>
                  <a:lnTo>
                    <a:pt x="169875" y="157060"/>
                  </a:lnTo>
                  <a:lnTo>
                    <a:pt x="172935" y="152831"/>
                  </a:lnTo>
                  <a:lnTo>
                    <a:pt x="175780" y="148386"/>
                  </a:lnTo>
                  <a:lnTo>
                    <a:pt x="178409" y="147751"/>
                  </a:lnTo>
                  <a:lnTo>
                    <a:pt x="207205" y="132537"/>
                  </a:lnTo>
                  <a:lnTo>
                    <a:pt x="184556" y="132537"/>
                  </a:lnTo>
                  <a:lnTo>
                    <a:pt x="192220" y="112961"/>
                  </a:lnTo>
                  <a:lnTo>
                    <a:pt x="197851" y="90566"/>
                  </a:lnTo>
                  <a:lnTo>
                    <a:pt x="201413" y="64900"/>
                  </a:lnTo>
                  <a:lnTo>
                    <a:pt x="202869" y="35509"/>
                  </a:lnTo>
                  <a:lnTo>
                    <a:pt x="249762" y="35509"/>
                  </a:lnTo>
                  <a:lnTo>
                    <a:pt x="250227" y="29794"/>
                  </a:lnTo>
                  <a:lnTo>
                    <a:pt x="250240" y="26314"/>
                  </a:lnTo>
                  <a:lnTo>
                    <a:pt x="247586" y="23672"/>
                  </a:lnTo>
                  <a:lnTo>
                    <a:pt x="202895" y="23672"/>
                  </a:lnTo>
                  <a:lnTo>
                    <a:pt x="202846" y="11836"/>
                  </a:lnTo>
                  <a:close/>
                </a:path>
                <a:path w="250825" h="285750">
                  <a:moveTo>
                    <a:pt x="249762" y="35509"/>
                  </a:moveTo>
                  <a:lnTo>
                    <a:pt x="238290" y="35509"/>
                  </a:lnTo>
                  <a:lnTo>
                    <a:pt x="235393" y="62371"/>
                  </a:lnTo>
                  <a:lnTo>
                    <a:pt x="228630" y="85110"/>
                  </a:lnTo>
                  <a:lnTo>
                    <a:pt x="204901" y="119062"/>
                  </a:lnTo>
                  <a:lnTo>
                    <a:pt x="184556" y="132537"/>
                  </a:lnTo>
                  <a:lnTo>
                    <a:pt x="207205" y="132537"/>
                  </a:lnTo>
                  <a:lnTo>
                    <a:pt x="212737" y="127990"/>
                  </a:lnTo>
                  <a:lnTo>
                    <a:pt x="228498" y="110128"/>
                  </a:lnTo>
                  <a:lnTo>
                    <a:pt x="240290" y="87896"/>
                  </a:lnTo>
                  <a:lnTo>
                    <a:pt x="247681" y="61121"/>
                  </a:lnTo>
                  <a:lnTo>
                    <a:pt x="249762" y="35509"/>
                  </a:lnTo>
                  <a:close/>
                </a:path>
                <a:path w="250825" h="285750">
                  <a:moveTo>
                    <a:pt x="59463" y="35509"/>
                  </a:moveTo>
                  <a:lnTo>
                    <a:pt x="47371" y="35509"/>
                  </a:lnTo>
                  <a:lnTo>
                    <a:pt x="48797" y="64900"/>
                  </a:lnTo>
                  <a:lnTo>
                    <a:pt x="52244" y="90412"/>
                  </a:lnTo>
                  <a:lnTo>
                    <a:pt x="57708" y="112756"/>
                  </a:lnTo>
                  <a:lnTo>
                    <a:pt x="65138" y="132295"/>
                  </a:lnTo>
                  <a:lnTo>
                    <a:pt x="78417" y="132295"/>
                  </a:lnTo>
                  <a:lnTo>
                    <a:pt x="77862" y="131424"/>
                  </a:lnTo>
                  <a:lnTo>
                    <a:pt x="67562" y="104352"/>
                  </a:lnTo>
                  <a:lnTo>
                    <a:pt x="61288" y="70979"/>
                  </a:lnTo>
                  <a:lnTo>
                    <a:pt x="59463" y="35509"/>
                  </a:lnTo>
                  <a:close/>
                </a:path>
              </a:pathLst>
            </a:custGeom>
            <a:solidFill>
              <a:srgbClr val="2A6A83"/>
            </a:solidFill>
          </p:spPr>
          <p:txBody>
            <a:bodyPr wrap="square" lIns="0" tIns="0" rIns="0" bIns="0" rtlCol="0"/>
            <a:lstStyle/>
            <a:p>
              <a:endParaRPr/>
            </a:p>
          </p:txBody>
        </p:sp>
      </p:grpSp>
      <p:grpSp>
        <p:nvGrpSpPr>
          <p:cNvPr id="47" name="object 47"/>
          <p:cNvGrpSpPr/>
          <p:nvPr/>
        </p:nvGrpSpPr>
        <p:grpSpPr>
          <a:xfrm>
            <a:off x="4405249" y="3314699"/>
            <a:ext cx="4608195" cy="1873885"/>
            <a:chOff x="4405249" y="3314699"/>
            <a:chExt cx="4608195" cy="1873885"/>
          </a:xfrm>
        </p:grpSpPr>
        <p:sp>
          <p:nvSpPr>
            <p:cNvPr id="48" name="object 48"/>
            <p:cNvSpPr/>
            <p:nvPr/>
          </p:nvSpPr>
          <p:spPr>
            <a:xfrm>
              <a:off x="5380989" y="4692650"/>
              <a:ext cx="3625850" cy="464184"/>
            </a:xfrm>
            <a:custGeom>
              <a:avLst/>
              <a:gdLst/>
              <a:ahLst/>
              <a:cxnLst/>
              <a:rect l="l" t="t" r="r" b="b"/>
              <a:pathLst>
                <a:path w="3625850" h="464185">
                  <a:moveTo>
                    <a:pt x="3625850" y="0"/>
                  </a:moveTo>
                  <a:lnTo>
                    <a:pt x="439547" y="0"/>
                  </a:lnTo>
                  <a:lnTo>
                    <a:pt x="0" y="463651"/>
                  </a:lnTo>
                </a:path>
              </a:pathLst>
            </a:custGeom>
            <a:ln w="12700">
              <a:solidFill>
                <a:srgbClr val="2A6A83"/>
              </a:solidFill>
            </a:ln>
          </p:spPr>
          <p:txBody>
            <a:bodyPr wrap="square" lIns="0" tIns="0" rIns="0" bIns="0" rtlCol="0"/>
            <a:lstStyle/>
            <a:p>
              <a:endParaRPr/>
            </a:p>
          </p:txBody>
        </p:sp>
        <p:sp>
          <p:nvSpPr>
            <p:cNvPr id="49" name="object 49"/>
            <p:cNvSpPr/>
            <p:nvPr/>
          </p:nvSpPr>
          <p:spPr>
            <a:xfrm>
              <a:off x="5349239" y="51245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pic>
          <p:nvPicPr>
            <p:cNvPr id="50" name="object 50"/>
            <p:cNvPicPr/>
            <p:nvPr/>
          </p:nvPicPr>
          <p:blipFill>
            <a:blip r:embed="rId11" cstate="print"/>
            <a:stretch>
              <a:fillRect/>
            </a:stretch>
          </p:blipFill>
          <p:spPr>
            <a:xfrm>
              <a:off x="4405249" y="3314699"/>
              <a:ext cx="1338135" cy="1338122"/>
            </a:xfrm>
            <a:prstGeom prst="rect">
              <a:avLst/>
            </a:prstGeom>
          </p:spPr>
        </p:pic>
      </p:grpSp>
      <p:sp>
        <p:nvSpPr>
          <p:cNvPr id="51" name="object 51"/>
          <p:cNvSpPr txBox="1"/>
          <p:nvPr/>
        </p:nvSpPr>
        <p:spPr>
          <a:xfrm>
            <a:off x="4681019" y="4059811"/>
            <a:ext cx="783590" cy="118110"/>
          </a:xfrm>
          <a:prstGeom prst="rect">
            <a:avLst/>
          </a:prstGeom>
        </p:spPr>
        <p:txBody>
          <a:bodyPr vert="horz" wrap="square" lIns="0" tIns="13335" rIns="0" bIns="0" rtlCol="0">
            <a:spAutoFit/>
          </a:bodyPr>
          <a:lstStyle/>
          <a:p>
            <a:pPr marL="12700">
              <a:lnSpc>
                <a:spcPct val="100000"/>
              </a:lnSpc>
              <a:spcBef>
                <a:spcPts val="105"/>
              </a:spcBef>
            </a:pPr>
            <a:r>
              <a:rPr sz="600" dirty="0">
                <a:solidFill>
                  <a:srgbClr val="2A6D83"/>
                </a:solidFill>
                <a:latin typeface="Tahoma"/>
                <a:cs typeface="Tahoma"/>
              </a:rPr>
              <a:t>A</a:t>
            </a:r>
            <a:r>
              <a:rPr sz="600" spc="-15" dirty="0">
                <a:solidFill>
                  <a:srgbClr val="2A6D83"/>
                </a:solidFill>
                <a:latin typeface="Tahoma"/>
                <a:cs typeface="Tahoma"/>
              </a:rPr>
              <a:t> </a:t>
            </a:r>
            <a:r>
              <a:rPr sz="600" spc="-10" dirty="0">
                <a:solidFill>
                  <a:srgbClr val="2A6D83"/>
                </a:solidFill>
                <a:latin typeface="Tahoma"/>
                <a:cs typeface="Tahoma"/>
              </a:rPr>
              <a:t>values-driven</a:t>
            </a:r>
            <a:r>
              <a:rPr sz="600" spc="-15" dirty="0">
                <a:solidFill>
                  <a:srgbClr val="2A6D83"/>
                </a:solidFill>
                <a:latin typeface="Tahoma"/>
                <a:cs typeface="Tahoma"/>
              </a:rPr>
              <a:t> </a:t>
            </a:r>
            <a:r>
              <a:rPr sz="600" spc="-10" dirty="0">
                <a:solidFill>
                  <a:srgbClr val="2A6D83"/>
                </a:solidFill>
                <a:latin typeface="Tahoma"/>
                <a:cs typeface="Tahoma"/>
              </a:rPr>
              <a:t>culture</a:t>
            </a:r>
            <a:endParaRPr sz="600">
              <a:latin typeface="Tahoma"/>
              <a:cs typeface="Tahoma"/>
            </a:endParaRPr>
          </a:p>
        </p:txBody>
      </p:sp>
      <p:grpSp>
        <p:nvGrpSpPr>
          <p:cNvPr id="52" name="object 52"/>
          <p:cNvGrpSpPr/>
          <p:nvPr/>
        </p:nvGrpSpPr>
        <p:grpSpPr>
          <a:xfrm>
            <a:off x="4687503" y="3791500"/>
            <a:ext cx="797560" cy="253365"/>
            <a:chOff x="4687503" y="3791500"/>
            <a:chExt cx="797560" cy="253365"/>
          </a:xfrm>
        </p:grpSpPr>
        <p:sp>
          <p:nvSpPr>
            <p:cNvPr id="53" name="object 53"/>
            <p:cNvSpPr/>
            <p:nvPr/>
          </p:nvSpPr>
          <p:spPr>
            <a:xfrm>
              <a:off x="4687493" y="3791508"/>
              <a:ext cx="591185" cy="253365"/>
            </a:xfrm>
            <a:custGeom>
              <a:avLst/>
              <a:gdLst/>
              <a:ahLst/>
              <a:cxnLst/>
              <a:rect l="l" t="t" r="r" b="b"/>
              <a:pathLst>
                <a:path w="591185" h="253364">
                  <a:moveTo>
                    <a:pt x="177469" y="63817"/>
                  </a:moveTo>
                  <a:lnTo>
                    <a:pt x="157492" y="15240"/>
                  </a:lnTo>
                  <a:lnTo>
                    <a:pt x="120281" y="3441"/>
                  </a:lnTo>
                  <a:lnTo>
                    <a:pt x="120281" y="77558"/>
                  </a:lnTo>
                  <a:lnTo>
                    <a:pt x="117157" y="89966"/>
                  </a:lnTo>
                  <a:lnTo>
                    <a:pt x="110261" y="101574"/>
                  </a:lnTo>
                  <a:lnTo>
                    <a:pt x="98818" y="110934"/>
                  </a:lnTo>
                  <a:lnTo>
                    <a:pt x="86080" y="113906"/>
                  </a:lnTo>
                  <a:lnTo>
                    <a:pt x="72529" y="113423"/>
                  </a:lnTo>
                  <a:lnTo>
                    <a:pt x="58597" y="112382"/>
                  </a:lnTo>
                  <a:lnTo>
                    <a:pt x="58597" y="43078"/>
                  </a:lnTo>
                  <a:lnTo>
                    <a:pt x="74625" y="43078"/>
                  </a:lnTo>
                  <a:lnTo>
                    <a:pt x="87426" y="43891"/>
                  </a:lnTo>
                  <a:lnTo>
                    <a:pt x="100698" y="47383"/>
                  </a:lnTo>
                  <a:lnTo>
                    <a:pt x="112268" y="55041"/>
                  </a:lnTo>
                  <a:lnTo>
                    <a:pt x="118897" y="65519"/>
                  </a:lnTo>
                  <a:lnTo>
                    <a:pt x="120281" y="77558"/>
                  </a:lnTo>
                  <a:lnTo>
                    <a:pt x="120281" y="3441"/>
                  </a:lnTo>
                  <a:lnTo>
                    <a:pt x="109258" y="2438"/>
                  </a:lnTo>
                  <a:lnTo>
                    <a:pt x="103428" y="1917"/>
                  </a:lnTo>
                  <a:lnTo>
                    <a:pt x="61455" y="1917"/>
                  </a:lnTo>
                  <a:lnTo>
                    <a:pt x="34620" y="2438"/>
                  </a:lnTo>
                  <a:lnTo>
                    <a:pt x="3784" y="1917"/>
                  </a:lnTo>
                  <a:lnTo>
                    <a:pt x="0" y="1917"/>
                  </a:lnTo>
                  <a:lnTo>
                    <a:pt x="0" y="208838"/>
                  </a:lnTo>
                  <a:lnTo>
                    <a:pt x="56616" y="197370"/>
                  </a:lnTo>
                  <a:lnTo>
                    <a:pt x="58750" y="150152"/>
                  </a:lnTo>
                  <a:lnTo>
                    <a:pt x="58762" y="149707"/>
                  </a:lnTo>
                  <a:lnTo>
                    <a:pt x="88125" y="150152"/>
                  </a:lnTo>
                  <a:lnTo>
                    <a:pt x="102057" y="150152"/>
                  </a:lnTo>
                  <a:lnTo>
                    <a:pt x="111099" y="149707"/>
                  </a:lnTo>
                  <a:lnTo>
                    <a:pt x="157238" y="133019"/>
                  </a:lnTo>
                  <a:lnTo>
                    <a:pt x="176390" y="94094"/>
                  </a:lnTo>
                  <a:lnTo>
                    <a:pt x="177406" y="65519"/>
                  </a:lnTo>
                  <a:lnTo>
                    <a:pt x="177469" y="63817"/>
                  </a:lnTo>
                  <a:close/>
                </a:path>
                <a:path w="591185" h="253364">
                  <a:moveTo>
                    <a:pt x="383120" y="249275"/>
                  </a:moveTo>
                  <a:lnTo>
                    <a:pt x="315595" y="4978"/>
                  </a:lnTo>
                  <a:lnTo>
                    <a:pt x="246837" y="4978"/>
                  </a:lnTo>
                  <a:lnTo>
                    <a:pt x="197091" y="172770"/>
                  </a:lnTo>
                  <a:lnTo>
                    <a:pt x="211670" y="169849"/>
                  </a:lnTo>
                  <a:lnTo>
                    <a:pt x="241490" y="164414"/>
                  </a:lnTo>
                  <a:lnTo>
                    <a:pt x="256082" y="161480"/>
                  </a:lnTo>
                  <a:lnTo>
                    <a:pt x="277482" y="81318"/>
                  </a:lnTo>
                  <a:lnTo>
                    <a:pt x="282194" y="80949"/>
                  </a:lnTo>
                  <a:lnTo>
                    <a:pt x="286181" y="98971"/>
                  </a:lnTo>
                  <a:lnTo>
                    <a:pt x="293560" y="135166"/>
                  </a:lnTo>
                  <a:lnTo>
                    <a:pt x="297561" y="153187"/>
                  </a:lnTo>
                  <a:lnTo>
                    <a:pt x="324675" y="249275"/>
                  </a:lnTo>
                  <a:lnTo>
                    <a:pt x="383120" y="249275"/>
                  </a:lnTo>
                  <a:close/>
                </a:path>
                <a:path w="591185" h="253364">
                  <a:moveTo>
                    <a:pt x="589610" y="151053"/>
                  </a:moveTo>
                  <a:lnTo>
                    <a:pt x="533984" y="161239"/>
                  </a:lnTo>
                  <a:lnTo>
                    <a:pt x="529844" y="181635"/>
                  </a:lnTo>
                  <a:lnTo>
                    <a:pt x="527354" y="191033"/>
                  </a:lnTo>
                  <a:lnTo>
                    <a:pt x="498081" y="215646"/>
                  </a:lnTo>
                  <a:lnTo>
                    <a:pt x="490461" y="214515"/>
                  </a:lnTo>
                  <a:lnTo>
                    <a:pt x="463524" y="186842"/>
                  </a:lnTo>
                  <a:lnTo>
                    <a:pt x="461276" y="173710"/>
                  </a:lnTo>
                  <a:lnTo>
                    <a:pt x="405193" y="184327"/>
                  </a:lnTo>
                  <a:lnTo>
                    <a:pt x="410743" y="210121"/>
                  </a:lnTo>
                  <a:lnTo>
                    <a:pt x="424395" y="229730"/>
                  </a:lnTo>
                  <a:lnTo>
                    <a:pt x="446951" y="243878"/>
                  </a:lnTo>
                  <a:lnTo>
                    <a:pt x="479259" y="253352"/>
                  </a:lnTo>
                  <a:lnTo>
                    <a:pt x="526783" y="252577"/>
                  </a:lnTo>
                  <a:lnTo>
                    <a:pt x="564007" y="232689"/>
                  </a:lnTo>
                  <a:lnTo>
                    <a:pt x="586447" y="197548"/>
                  </a:lnTo>
                  <a:lnTo>
                    <a:pt x="589610" y="151053"/>
                  </a:lnTo>
                  <a:close/>
                </a:path>
                <a:path w="591185" h="253364">
                  <a:moveTo>
                    <a:pt x="590626" y="99758"/>
                  </a:moveTo>
                  <a:lnTo>
                    <a:pt x="581025" y="42214"/>
                  </a:lnTo>
                  <a:lnTo>
                    <a:pt x="548182" y="9563"/>
                  </a:lnTo>
                  <a:lnTo>
                    <a:pt x="502881" y="0"/>
                  </a:lnTo>
                  <a:lnTo>
                    <a:pt x="479869" y="1054"/>
                  </a:lnTo>
                  <a:lnTo>
                    <a:pt x="437413" y="12839"/>
                  </a:lnTo>
                  <a:lnTo>
                    <a:pt x="406209" y="58534"/>
                  </a:lnTo>
                  <a:lnTo>
                    <a:pt x="401535" y="134124"/>
                  </a:lnTo>
                  <a:lnTo>
                    <a:pt x="458673" y="123266"/>
                  </a:lnTo>
                  <a:lnTo>
                    <a:pt x="462254" y="80899"/>
                  </a:lnTo>
                  <a:lnTo>
                    <a:pt x="464070" y="66979"/>
                  </a:lnTo>
                  <a:lnTo>
                    <a:pt x="467639" y="54584"/>
                  </a:lnTo>
                  <a:lnTo>
                    <a:pt x="474218" y="45186"/>
                  </a:lnTo>
                  <a:lnTo>
                    <a:pt x="484124" y="39357"/>
                  </a:lnTo>
                  <a:lnTo>
                    <a:pt x="497687" y="37642"/>
                  </a:lnTo>
                  <a:lnTo>
                    <a:pt x="511060" y="40487"/>
                  </a:lnTo>
                  <a:lnTo>
                    <a:pt x="530644" y="79260"/>
                  </a:lnTo>
                  <a:lnTo>
                    <a:pt x="533133" y="110451"/>
                  </a:lnTo>
                  <a:lnTo>
                    <a:pt x="590626" y="99758"/>
                  </a:lnTo>
                  <a:close/>
                </a:path>
              </a:pathLst>
            </a:custGeom>
            <a:solidFill>
              <a:srgbClr val="296E82"/>
            </a:solidFill>
          </p:spPr>
          <p:txBody>
            <a:bodyPr wrap="square" lIns="0" tIns="0" rIns="0" bIns="0" rtlCol="0"/>
            <a:lstStyle/>
            <a:p>
              <a:endParaRPr/>
            </a:p>
          </p:txBody>
        </p:sp>
        <p:pic>
          <p:nvPicPr>
            <p:cNvPr id="54" name="object 54"/>
            <p:cNvPicPr/>
            <p:nvPr/>
          </p:nvPicPr>
          <p:blipFill>
            <a:blip r:embed="rId12" cstate="print"/>
            <a:stretch>
              <a:fillRect/>
            </a:stretch>
          </p:blipFill>
          <p:spPr>
            <a:xfrm>
              <a:off x="5320832" y="3796533"/>
              <a:ext cx="164002" cy="244828"/>
            </a:xfrm>
            <a:prstGeom prst="rect">
              <a:avLst/>
            </a:prstGeom>
          </p:spPr>
        </p:pic>
        <p:sp>
          <p:nvSpPr>
            <p:cNvPr id="55" name="object 55"/>
            <p:cNvSpPr/>
            <p:nvPr/>
          </p:nvSpPr>
          <p:spPr>
            <a:xfrm>
              <a:off x="4860134" y="4007562"/>
              <a:ext cx="65405" cy="34290"/>
            </a:xfrm>
            <a:custGeom>
              <a:avLst/>
              <a:gdLst/>
              <a:ahLst/>
              <a:cxnLst/>
              <a:rect l="l" t="t" r="r" b="b"/>
              <a:pathLst>
                <a:path w="65404" h="34289">
                  <a:moveTo>
                    <a:pt x="65341" y="0"/>
                  </a:moveTo>
                  <a:lnTo>
                    <a:pt x="51157" y="1997"/>
                  </a:lnTo>
                  <a:lnTo>
                    <a:pt x="36709" y="4719"/>
                  </a:lnTo>
                  <a:lnTo>
                    <a:pt x="7848" y="10782"/>
                  </a:lnTo>
                  <a:lnTo>
                    <a:pt x="0" y="33731"/>
                  </a:lnTo>
                  <a:lnTo>
                    <a:pt x="57861" y="33731"/>
                  </a:lnTo>
                  <a:lnTo>
                    <a:pt x="65341" y="0"/>
                  </a:lnTo>
                  <a:close/>
                </a:path>
              </a:pathLst>
            </a:custGeom>
            <a:solidFill>
              <a:srgbClr val="296E82"/>
            </a:solidFill>
          </p:spPr>
          <p:txBody>
            <a:bodyPr wrap="square" lIns="0" tIns="0" rIns="0" bIns="0" rtlCol="0"/>
            <a:lstStyle/>
            <a:p>
              <a:endParaRPr/>
            </a:p>
          </p:txBody>
        </p:sp>
        <p:sp>
          <p:nvSpPr>
            <p:cNvPr id="56" name="object 56"/>
            <p:cNvSpPr/>
            <p:nvPr/>
          </p:nvSpPr>
          <p:spPr>
            <a:xfrm>
              <a:off x="4687493" y="3914787"/>
              <a:ext cx="461645" cy="126364"/>
            </a:xfrm>
            <a:custGeom>
              <a:avLst/>
              <a:gdLst/>
              <a:ahLst/>
              <a:cxnLst/>
              <a:rect l="l" t="t" r="r" b="b"/>
              <a:pathLst>
                <a:path w="461645" h="126364">
                  <a:moveTo>
                    <a:pt x="56616" y="74091"/>
                  </a:moveTo>
                  <a:lnTo>
                    <a:pt x="0" y="85559"/>
                  </a:lnTo>
                  <a:lnTo>
                    <a:pt x="0" y="126301"/>
                  </a:lnTo>
                  <a:lnTo>
                    <a:pt x="56616" y="126301"/>
                  </a:lnTo>
                  <a:lnTo>
                    <a:pt x="56616" y="74091"/>
                  </a:lnTo>
                  <a:close/>
                </a:path>
                <a:path w="461645" h="126364">
                  <a:moveTo>
                    <a:pt x="311454" y="79032"/>
                  </a:moveTo>
                  <a:lnTo>
                    <a:pt x="310261" y="74828"/>
                  </a:lnTo>
                  <a:lnTo>
                    <a:pt x="308775" y="69964"/>
                  </a:lnTo>
                  <a:lnTo>
                    <a:pt x="305892" y="60147"/>
                  </a:lnTo>
                  <a:lnTo>
                    <a:pt x="303212" y="50431"/>
                  </a:lnTo>
                  <a:lnTo>
                    <a:pt x="300545" y="40652"/>
                  </a:lnTo>
                  <a:lnTo>
                    <a:pt x="297764" y="30657"/>
                  </a:lnTo>
                  <a:lnTo>
                    <a:pt x="287007" y="32448"/>
                  </a:lnTo>
                  <a:lnTo>
                    <a:pt x="254088" y="38557"/>
                  </a:lnTo>
                  <a:lnTo>
                    <a:pt x="239852" y="41478"/>
                  </a:lnTo>
                  <a:lnTo>
                    <a:pt x="197091" y="49491"/>
                  </a:lnTo>
                  <a:lnTo>
                    <a:pt x="192976" y="63093"/>
                  </a:lnTo>
                  <a:lnTo>
                    <a:pt x="184632" y="89814"/>
                  </a:lnTo>
                  <a:lnTo>
                    <a:pt x="180492" y="103555"/>
                  </a:lnTo>
                  <a:lnTo>
                    <a:pt x="194818" y="101117"/>
                  </a:lnTo>
                  <a:lnTo>
                    <a:pt x="236423" y="93052"/>
                  </a:lnTo>
                  <a:lnTo>
                    <a:pt x="274218" y="86296"/>
                  </a:lnTo>
                  <a:lnTo>
                    <a:pt x="293458" y="82664"/>
                  </a:lnTo>
                  <a:lnTo>
                    <a:pt x="311454" y="79032"/>
                  </a:lnTo>
                  <a:close/>
                </a:path>
                <a:path w="461645" h="126364">
                  <a:moveTo>
                    <a:pt x="461276" y="50431"/>
                  </a:moveTo>
                  <a:lnTo>
                    <a:pt x="458711" y="0"/>
                  </a:lnTo>
                  <a:lnTo>
                    <a:pt x="444423" y="2794"/>
                  </a:lnTo>
                  <a:lnTo>
                    <a:pt x="415823" y="8051"/>
                  </a:lnTo>
                  <a:lnTo>
                    <a:pt x="401535" y="10845"/>
                  </a:lnTo>
                  <a:lnTo>
                    <a:pt x="405193" y="61048"/>
                  </a:lnTo>
                  <a:lnTo>
                    <a:pt x="461276" y="50431"/>
                  </a:lnTo>
                  <a:close/>
                </a:path>
              </a:pathLst>
            </a:custGeom>
            <a:solidFill>
              <a:srgbClr val="870508"/>
            </a:solidFill>
          </p:spPr>
          <p:txBody>
            <a:bodyPr wrap="square" lIns="0" tIns="0" rIns="0" bIns="0" rtlCol="0"/>
            <a:lstStyle/>
            <a:p>
              <a:endParaRPr/>
            </a:p>
          </p:txBody>
        </p:sp>
      </p:grpSp>
      <p:sp>
        <p:nvSpPr>
          <p:cNvPr id="57" name="object 57"/>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58" name="object 58"/>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248400" y="2133600"/>
            <a:ext cx="3670300" cy="1397819"/>
          </a:xfrm>
          <a:prstGeom prst="rect">
            <a:avLst/>
          </a:prstGeom>
        </p:spPr>
        <p:txBody>
          <a:bodyPr vert="horz" wrap="square" lIns="0" tIns="12700" rIns="0" bIns="0" rtlCol="0">
            <a:spAutoFit/>
          </a:bodyPr>
          <a:lstStyle/>
          <a:p>
            <a:pPr marL="12700" marR="5080">
              <a:lnSpc>
                <a:spcPct val="100000"/>
              </a:lnSpc>
              <a:spcBef>
                <a:spcPts val="100"/>
              </a:spcBef>
              <a:tabLst>
                <a:tab pos="1027430" algn="l"/>
                <a:tab pos="2242185" algn="l"/>
                <a:tab pos="2753360" algn="l"/>
              </a:tabLst>
            </a:pP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GREAT	</a:t>
            </a:r>
            <a:r>
              <a:rPr lang="en-US"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LEADER</a:t>
            </a:r>
            <a:r>
              <a:rPr lang="en-US"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PROFILE CHARACTERISTICS</a:t>
            </a:r>
            <a:r>
              <a:rPr lang="en-US"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&amp;</a:t>
            </a:r>
            <a:endParaRPr sz="3000" dirty="0">
              <a:latin typeface="Calibri Light" panose="020F0302020204030204" pitchFamily="34" charset="0"/>
              <a:ea typeface="Calibri Light" panose="020F0302020204030204" pitchFamily="34" charset="0"/>
              <a:cs typeface="Calibri Light" panose="020F0302020204030204" pitchFamily="34" charset="0"/>
            </a:endParaRPr>
          </a:p>
          <a:p>
            <a:pPr marL="12700">
              <a:lnSpc>
                <a:spcPct val="100000"/>
              </a:lnSpc>
            </a:pP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BEHAVIORS </a:t>
            </a:r>
            <a:endParaRPr sz="3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object 3"/>
          <p:cNvSpPr/>
          <p:nvPr/>
        </p:nvSpPr>
        <p:spPr>
          <a:xfrm>
            <a:off x="6172200" y="3784600"/>
            <a:ext cx="914400" cy="0"/>
          </a:xfrm>
          <a:custGeom>
            <a:avLst/>
            <a:gdLst/>
            <a:ahLst/>
            <a:cxnLst/>
            <a:rect l="l" t="t" r="r" b="b"/>
            <a:pathLst>
              <a:path w="914400">
                <a:moveTo>
                  <a:pt x="0" y="0"/>
                </a:moveTo>
                <a:lnTo>
                  <a:pt x="914400" y="0"/>
                </a:lnTo>
              </a:path>
            </a:pathLst>
          </a:custGeom>
          <a:ln w="25400">
            <a:solidFill>
              <a:srgbClr val="B31A1B"/>
            </a:solidFill>
          </a:ln>
        </p:spPr>
        <p:txBody>
          <a:bodyPr wrap="square" lIns="0" tIns="0" rIns="0" bIns="0" rtlCol="0"/>
          <a:lstStyle/>
          <a:p>
            <a:endParaRPr/>
          </a:p>
        </p:txBody>
      </p:sp>
      <p:sp>
        <p:nvSpPr>
          <p:cNvPr id="4" name="object 4"/>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Profile Characteristics</a:t>
            </a:r>
            <a:r>
              <a:rPr spc="-175" dirty="0">
                <a:latin typeface="Calibri Light" panose="020F0302020204030204" pitchFamily="34" charset="0"/>
                <a:ea typeface="Calibri Light" panose="020F0302020204030204" pitchFamily="34" charset="0"/>
                <a:cs typeface="Calibri Light" panose="020F0302020204030204" pitchFamily="34" charset="0"/>
              </a:rPr>
              <a:t> </a:t>
            </a:r>
            <a:r>
              <a:rPr spc="-20" dirty="0">
                <a:latin typeface="Calibri Light" panose="020F0302020204030204" pitchFamily="34" charset="0"/>
                <a:ea typeface="Calibri Light" panose="020F0302020204030204" pitchFamily="34" charset="0"/>
                <a:cs typeface="Calibri Light" panose="020F0302020204030204" pitchFamily="34" charset="0"/>
              </a:rPr>
              <a:t>&amp;</a:t>
            </a:r>
            <a:r>
              <a:rPr spc="-170"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8" name="object 8"/>
          <p:cNvSpPr/>
          <p:nvPr/>
        </p:nvSpPr>
        <p:spPr>
          <a:xfrm>
            <a:off x="7315200" y="5091290"/>
            <a:ext cx="1828800" cy="1580515"/>
          </a:xfrm>
          <a:custGeom>
            <a:avLst/>
            <a:gdLst/>
            <a:ahLst/>
            <a:cxnLst/>
            <a:rect l="l" t="t" r="r" b="b"/>
            <a:pathLst>
              <a:path w="1828800" h="1580515">
                <a:moveTo>
                  <a:pt x="1119441" y="630758"/>
                </a:moveTo>
                <a:lnTo>
                  <a:pt x="1118209" y="624713"/>
                </a:lnTo>
                <a:lnTo>
                  <a:pt x="1114907" y="619328"/>
                </a:lnTo>
                <a:lnTo>
                  <a:pt x="1109916" y="615734"/>
                </a:lnTo>
                <a:lnTo>
                  <a:pt x="1104023" y="614527"/>
                </a:lnTo>
                <a:lnTo>
                  <a:pt x="1098016" y="615734"/>
                </a:lnTo>
                <a:lnTo>
                  <a:pt x="1092657" y="619328"/>
                </a:lnTo>
                <a:lnTo>
                  <a:pt x="881659" y="831646"/>
                </a:lnTo>
                <a:lnTo>
                  <a:pt x="797763" y="747229"/>
                </a:lnTo>
                <a:lnTo>
                  <a:pt x="770763" y="758177"/>
                </a:lnTo>
                <a:lnTo>
                  <a:pt x="771944" y="764222"/>
                </a:lnTo>
                <a:lnTo>
                  <a:pt x="775525" y="769607"/>
                </a:lnTo>
                <a:lnTo>
                  <a:pt x="874026" y="868730"/>
                </a:lnTo>
                <a:lnTo>
                  <a:pt x="878484" y="870013"/>
                </a:lnTo>
                <a:lnTo>
                  <a:pt x="885469" y="870013"/>
                </a:lnTo>
                <a:lnTo>
                  <a:pt x="892467" y="865543"/>
                </a:lnTo>
                <a:lnTo>
                  <a:pt x="926160" y="831646"/>
                </a:lnTo>
                <a:lnTo>
                  <a:pt x="1114907" y="641718"/>
                </a:lnTo>
                <a:lnTo>
                  <a:pt x="1118400" y="636676"/>
                </a:lnTo>
                <a:lnTo>
                  <a:pt x="1119441" y="630758"/>
                </a:lnTo>
                <a:close/>
              </a:path>
              <a:path w="1828800" h="1580515">
                <a:moveTo>
                  <a:pt x="1280160" y="495896"/>
                </a:moveTo>
                <a:lnTo>
                  <a:pt x="1275715" y="490143"/>
                </a:lnTo>
                <a:lnTo>
                  <a:pt x="1269352" y="487578"/>
                </a:lnTo>
                <a:lnTo>
                  <a:pt x="1247749" y="479679"/>
                </a:lnTo>
                <a:lnTo>
                  <a:pt x="1247749" y="513803"/>
                </a:lnTo>
                <a:lnTo>
                  <a:pt x="1247749" y="790067"/>
                </a:lnTo>
                <a:lnTo>
                  <a:pt x="1242085" y="844334"/>
                </a:lnTo>
                <a:lnTo>
                  <a:pt x="1226337" y="895388"/>
                </a:lnTo>
                <a:lnTo>
                  <a:pt x="1202309" y="943051"/>
                </a:lnTo>
                <a:lnTo>
                  <a:pt x="1171829" y="987132"/>
                </a:lnTo>
                <a:lnTo>
                  <a:pt x="1136713" y="1027442"/>
                </a:lnTo>
                <a:lnTo>
                  <a:pt x="1098778" y="1063777"/>
                </a:lnTo>
                <a:lnTo>
                  <a:pt x="1059865" y="1095959"/>
                </a:lnTo>
                <a:lnTo>
                  <a:pt x="1021765" y="1123797"/>
                </a:lnTo>
                <a:lnTo>
                  <a:pt x="986243" y="1147127"/>
                </a:lnTo>
                <a:lnTo>
                  <a:pt x="930656" y="1179296"/>
                </a:lnTo>
                <a:lnTo>
                  <a:pt x="914082" y="1187831"/>
                </a:lnTo>
                <a:lnTo>
                  <a:pt x="897496" y="1179449"/>
                </a:lnTo>
                <a:lnTo>
                  <a:pt x="841832" y="1147445"/>
                </a:lnTo>
                <a:lnTo>
                  <a:pt x="806386" y="1124216"/>
                </a:lnTo>
                <a:lnTo>
                  <a:pt x="768286" y="1096416"/>
                </a:lnTo>
                <a:lnTo>
                  <a:pt x="729373" y="1064247"/>
                </a:lnTo>
                <a:lnTo>
                  <a:pt x="691438" y="1027899"/>
                </a:lnTo>
                <a:lnTo>
                  <a:pt x="656323" y="987552"/>
                </a:lnTo>
                <a:lnTo>
                  <a:pt x="625843" y="943406"/>
                </a:lnTo>
                <a:lnTo>
                  <a:pt x="601814" y="895654"/>
                </a:lnTo>
                <a:lnTo>
                  <a:pt x="586066" y="844473"/>
                </a:lnTo>
                <a:lnTo>
                  <a:pt x="580415" y="790067"/>
                </a:lnTo>
                <a:lnTo>
                  <a:pt x="580415" y="513803"/>
                </a:lnTo>
                <a:lnTo>
                  <a:pt x="914082" y="391655"/>
                </a:lnTo>
                <a:lnTo>
                  <a:pt x="1247749" y="513803"/>
                </a:lnTo>
                <a:lnTo>
                  <a:pt x="1247749" y="479679"/>
                </a:lnTo>
                <a:lnTo>
                  <a:pt x="1007160" y="391655"/>
                </a:lnTo>
                <a:lnTo>
                  <a:pt x="919797" y="359689"/>
                </a:lnTo>
                <a:lnTo>
                  <a:pt x="916622" y="358406"/>
                </a:lnTo>
                <a:lnTo>
                  <a:pt x="912177" y="358406"/>
                </a:lnTo>
                <a:lnTo>
                  <a:pt x="909002" y="359689"/>
                </a:lnTo>
                <a:lnTo>
                  <a:pt x="559447" y="487578"/>
                </a:lnTo>
                <a:lnTo>
                  <a:pt x="553085" y="489496"/>
                </a:lnTo>
                <a:lnTo>
                  <a:pt x="548640" y="495896"/>
                </a:lnTo>
                <a:lnTo>
                  <a:pt x="548640" y="790067"/>
                </a:lnTo>
                <a:lnTo>
                  <a:pt x="554431" y="848880"/>
                </a:lnTo>
                <a:lnTo>
                  <a:pt x="554443" y="849020"/>
                </a:lnTo>
                <a:lnTo>
                  <a:pt x="570560" y="903922"/>
                </a:lnTo>
                <a:lnTo>
                  <a:pt x="595376" y="955395"/>
                </a:lnTo>
                <a:lnTo>
                  <a:pt x="626833" y="1002550"/>
                </a:lnTo>
                <a:lnTo>
                  <a:pt x="663143" y="1045476"/>
                </a:lnTo>
                <a:lnTo>
                  <a:pt x="702475" y="1084059"/>
                </a:lnTo>
                <a:lnTo>
                  <a:pt x="742988" y="1118146"/>
                </a:lnTo>
                <a:lnTo>
                  <a:pt x="782840" y="1147597"/>
                </a:lnTo>
                <a:lnTo>
                  <a:pt x="820191" y="1172273"/>
                </a:lnTo>
                <a:lnTo>
                  <a:pt x="853198" y="1192034"/>
                </a:lnTo>
                <a:lnTo>
                  <a:pt x="898804" y="1216266"/>
                </a:lnTo>
                <a:lnTo>
                  <a:pt x="907732" y="1220457"/>
                </a:lnTo>
                <a:lnTo>
                  <a:pt x="909637" y="1221727"/>
                </a:lnTo>
                <a:lnTo>
                  <a:pt x="916622" y="1221727"/>
                </a:lnTo>
                <a:lnTo>
                  <a:pt x="919162" y="1221092"/>
                </a:lnTo>
                <a:lnTo>
                  <a:pt x="975601" y="1191691"/>
                </a:lnTo>
                <a:lnTo>
                  <a:pt x="982014" y="1187831"/>
                </a:lnTo>
                <a:lnTo>
                  <a:pt x="1008608" y="1171854"/>
                </a:lnTo>
                <a:lnTo>
                  <a:pt x="1045946" y="1147127"/>
                </a:lnTo>
                <a:lnTo>
                  <a:pt x="1085799" y="1117663"/>
                </a:lnTo>
                <a:lnTo>
                  <a:pt x="1126312" y="1083576"/>
                </a:lnTo>
                <a:lnTo>
                  <a:pt x="1165644" y="1045019"/>
                </a:lnTo>
                <a:lnTo>
                  <a:pt x="1201966" y="1002131"/>
                </a:lnTo>
                <a:lnTo>
                  <a:pt x="1233411" y="955052"/>
                </a:lnTo>
                <a:lnTo>
                  <a:pt x="1258023" y="904176"/>
                </a:lnTo>
                <a:lnTo>
                  <a:pt x="1258150" y="903922"/>
                </a:lnTo>
                <a:lnTo>
                  <a:pt x="1274305" y="849020"/>
                </a:lnTo>
                <a:lnTo>
                  <a:pt x="1274343" y="848880"/>
                </a:lnTo>
                <a:lnTo>
                  <a:pt x="1280160" y="790067"/>
                </a:lnTo>
                <a:lnTo>
                  <a:pt x="1280160" y="495896"/>
                </a:lnTo>
                <a:close/>
              </a:path>
              <a:path w="1828800" h="1580515">
                <a:moveTo>
                  <a:pt x="1828800" y="790270"/>
                </a:moveTo>
                <a:lnTo>
                  <a:pt x="1824037" y="766978"/>
                </a:lnTo>
                <a:lnTo>
                  <a:pt x="1811045" y="747953"/>
                </a:lnTo>
                <a:lnTo>
                  <a:pt x="1792224" y="735418"/>
                </a:lnTo>
                <a:lnTo>
                  <a:pt x="1791792" y="735126"/>
                </a:lnTo>
                <a:lnTo>
                  <a:pt x="1768221" y="730427"/>
                </a:lnTo>
                <a:lnTo>
                  <a:pt x="1759623" y="730427"/>
                </a:lnTo>
                <a:lnTo>
                  <a:pt x="1751495" y="732231"/>
                </a:lnTo>
                <a:lnTo>
                  <a:pt x="1744091" y="735418"/>
                </a:lnTo>
                <a:lnTo>
                  <a:pt x="1732292" y="715238"/>
                </a:lnTo>
                <a:lnTo>
                  <a:pt x="1732292" y="742315"/>
                </a:lnTo>
                <a:lnTo>
                  <a:pt x="1722158" y="751649"/>
                </a:lnTo>
                <a:lnTo>
                  <a:pt x="1714385" y="762990"/>
                </a:lnTo>
                <a:lnTo>
                  <a:pt x="1709394" y="775995"/>
                </a:lnTo>
                <a:lnTo>
                  <a:pt x="1707642" y="790270"/>
                </a:lnTo>
                <a:lnTo>
                  <a:pt x="1709394" y="804532"/>
                </a:lnTo>
                <a:lnTo>
                  <a:pt x="1714385" y="817537"/>
                </a:lnTo>
                <a:lnTo>
                  <a:pt x="1722158" y="828878"/>
                </a:lnTo>
                <a:lnTo>
                  <a:pt x="1732292" y="838187"/>
                </a:lnTo>
                <a:lnTo>
                  <a:pt x="1365465" y="1465795"/>
                </a:lnTo>
                <a:lnTo>
                  <a:pt x="1358049" y="1462608"/>
                </a:lnTo>
                <a:lnTo>
                  <a:pt x="1349908" y="1460779"/>
                </a:lnTo>
                <a:lnTo>
                  <a:pt x="1341335" y="1460779"/>
                </a:lnTo>
                <a:lnTo>
                  <a:pt x="1319326" y="1464881"/>
                </a:lnTo>
                <a:lnTo>
                  <a:pt x="1301000" y="1476146"/>
                </a:lnTo>
                <a:lnTo>
                  <a:pt x="1287856" y="1492999"/>
                </a:lnTo>
                <a:lnTo>
                  <a:pt x="1281430" y="1513878"/>
                </a:lnTo>
                <a:lnTo>
                  <a:pt x="547395" y="1513878"/>
                </a:lnTo>
                <a:lnTo>
                  <a:pt x="541070" y="1493380"/>
                </a:lnTo>
                <a:lnTo>
                  <a:pt x="540956" y="1492999"/>
                </a:lnTo>
                <a:lnTo>
                  <a:pt x="527812" y="1476146"/>
                </a:lnTo>
                <a:lnTo>
                  <a:pt x="510971" y="1465795"/>
                </a:lnTo>
                <a:lnTo>
                  <a:pt x="509485" y="1464881"/>
                </a:lnTo>
                <a:lnTo>
                  <a:pt x="487489" y="1460779"/>
                </a:lnTo>
                <a:lnTo>
                  <a:pt x="478904" y="1460779"/>
                </a:lnTo>
                <a:lnTo>
                  <a:pt x="470750" y="1462608"/>
                </a:lnTo>
                <a:lnTo>
                  <a:pt x="463359" y="1465795"/>
                </a:lnTo>
                <a:lnTo>
                  <a:pt x="100545" y="845108"/>
                </a:lnTo>
                <a:lnTo>
                  <a:pt x="96507" y="838187"/>
                </a:lnTo>
                <a:lnTo>
                  <a:pt x="106629" y="828878"/>
                </a:lnTo>
                <a:lnTo>
                  <a:pt x="114401" y="817537"/>
                </a:lnTo>
                <a:lnTo>
                  <a:pt x="119392" y="804532"/>
                </a:lnTo>
                <a:lnTo>
                  <a:pt x="121158" y="790270"/>
                </a:lnTo>
                <a:lnTo>
                  <a:pt x="119392" y="775995"/>
                </a:lnTo>
                <a:lnTo>
                  <a:pt x="114414" y="762990"/>
                </a:lnTo>
                <a:lnTo>
                  <a:pt x="106641" y="751649"/>
                </a:lnTo>
                <a:lnTo>
                  <a:pt x="96507" y="742315"/>
                </a:lnTo>
                <a:lnTo>
                  <a:pt x="100533" y="735418"/>
                </a:lnTo>
                <a:lnTo>
                  <a:pt x="463372" y="114681"/>
                </a:lnTo>
                <a:lnTo>
                  <a:pt x="470763" y="117868"/>
                </a:lnTo>
                <a:lnTo>
                  <a:pt x="478904" y="119672"/>
                </a:lnTo>
                <a:lnTo>
                  <a:pt x="487489" y="119672"/>
                </a:lnTo>
                <a:lnTo>
                  <a:pt x="509473" y="115582"/>
                </a:lnTo>
                <a:lnTo>
                  <a:pt x="510933" y="114681"/>
                </a:lnTo>
                <a:lnTo>
                  <a:pt x="527799" y="104330"/>
                </a:lnTo>
                <a:lnTo>
                  <a:pt x="540931" y="87503"/>
                </a:lnTo>
                <a:lnTo>
                  <a:pt x="547395" y="66649"/>
                </a:lnTo>
                <a:lnTo>
                  <a:pt x="1281430" y="66649"/>
                </a:lnTo>
                <a:lnTo>
                  <a:pt x="1301013" y="104330"/>
                </a:lnTo>
                <a:lnTo>
                  <a:pt x="1341335" y="119672"/>
                </a:lnTo>
                <a:lnTo>
                  <a:pt x="1349895" y="119672"/>
                </a:lnTo>
                <a:lnTo>
                  <a:pt x="1358036" y="117868"/>
                </a:lnTo>
                <a:lnTo>
                  <a:pt x="1365427" y="114681"/>
                </a:lnTo>
                <a:lnTo>
                  <a:pt x="1732292" y="742315"/>
                </a:lnTo>
                <a:lnTo>
                  <a:pt x="1732292" y="715238"/>
                </a:lnTo>
                <a:lnTo>
                  <a:pt x="1381264" y="114681"/>
                </a:lnTo>
                <a:lnTo>
                  <a:pt x="1377238" y="107784"/>
                </a:lnTo>
                <a:lnTo>
                  <a:pt x="1387360" y="98475"/>
                </a:lnTo>
                <a:lnTo>
                  <a:pt x="1395145" y="87122"/>
                </a:lnTo>
                <a:lnTo>
                  <a:pt x="1400136" y="74117"/>
                </a:lnTo>
                <a:lnTo>
                  <a:pt x="1401051" y="66649"/>
                </a:lnTo>
                <a:lnTo>
                  <a:pt x="1401902" y="59829"/>
                </a:lnTo>
                <a:lnTo>
                  <a:pt x="1400517" y="53098"/>
                </a:lnTo>
                <a:lnTo>
                  <a:pt x="1397139" y="36550"/>
                </a:lnTo>
                <a:lnTo>
                  <a:pt x="1384147" y="17526"/>
                </a:lnTo>
                <a:lnTo>
                  <a:pt x="1364894" y="4711"/>
                </a:lnTo>
                <a:lnTo>
                  <a:pt x="1341335" y="0"/>
                </a:lnTo>
                <a:lnTo>
                  <a:pt x="1319326" y="4102"/>
                </a:lnTo>
                <a:lnTo>
                  <a:pt x="1301000" y="15354"/>
                </a:lnTo>
                <a:lnTo>
                  <a:pt x="1287856" y="32219"/>
                </a:lnTo>
                <a:lnTo>
                  <a:pt x="1281430" y="53098"/>
                </a:lnTo>
                <a:lnTo>
                  <a:pt x="547395" y="53098"/>
                </a:lnTo>
                <a:lnTo>
                  <a:pt x="540956" y="32219"/>
                </a:lnTo>
                <a:lnTo>
                  <a:pt x="527812" y="15354"/>
                </a:lnTo>
                <a:lnTo>
                  <a:pt x="509485" y="4102"/>
                </a:lnTo>
                <a:lnTo>
                  <a:pt x="487489" y="0"/>
                </a:lnTo>
                <a:lnTo>
                  <a:pt x="463905" y="4711"/>
                </a:lnTo>
                <a:lnTo>
                  <a:pt x="444652" y="17526"/>
                </a:lnTo>
                <a:lnTo>
                  <a:pt x="431673" y="36550"/>
                </a:lnTo>
                <a:lnTo>
                  <a:pt x="426910" y="59829"/>
                </a:lnTo>
                <a:lnTo>
                  <a:pt x="428663" y="74117"/>
                </a:lnTo>
                <a:lnTo>
                  <a:pt x="433654" y="87122"/>
                </a:lnTo>
                <a:lnTo>
                  <a:pt x="441439" y="98475"/>
                </a:lnTo>
                <a:lnTo>
                  <a:pt x="451561" y="107784"/>
                </a:lnTo>
                <a:lnTo>
                  <a:pt x="84709" y="735418"/>
                </a:lnTo>
                <a:lnTo>
                  <a:pt x="77317" y="732231"/>
                </a:lnTo>
                <a:lnTo>
                  <a:pt x="69176" y="730427"/>
                </a:lnTo>
                <a:lnTo>
                  <a:pt x="60579" y="730427"/>
                </a:lnTo>
                <a:lnTo>
                  <a:pt x="36995" y="735126"/>
                </a:lnTo>
                <a:lnTo>
                  <a:pt x="17741" y="747953"/>
                </a:lnTo>
                <a:lnTo>
                  <a:pt x="4762" y="766978"/>
                </a:lnTo>
                <a:lnTo>
                  <a:pt x="0" y="790270"/>
                </a:lnTo>
                <a:lnTo>
                  <a:pt x="4762" y="813562"/>
                </a:lnTo>
                <a:lnTo>
                  <a:pt x="17741" y="832573"/>
                </a:lnTo>
                <a:lnTo>
                  <a:pt x="36995" y="845400"/>
                </a:lnTo>
                <a:lnTo>
                  <a:pt x="60579" y="850099"/>
                </a:lnTo>
                <a:lnTo>
                  <a:pt x="69151" y="850099"/>
                </a:lnTo>
                <a:lnTo>
                  <a:pt x="77304" y="848296"/>
                </a:lnTo>
                <a:lnTo>
                  <a:pt x="84709" y="845108"/>
                </a:lnTo>
                <a:lnTo>
                  <a:pt x="451535" y="1472717"/>
                </a:lnTo>
                <a:lnTo>
                  <a:pt x="441413" y="1482039"/>
                </a:lnTo>
                <a:lnTo>
                  <a:pt x="433641" y="1493380"/>
                </a:lnTo>
                <a:lnTo>
                  <a:pt x="428663" y="1506372"/>
                </a:lnTo>
                <a:lnTo>
                  <a:pt x="426910" y="1520621"/>
                </a:lnTo>
                <a:lnTo>
                  <a:pt x="431673" y="1543913"/>
                </a:lnTo>
                <a:lnTo>
                  <a:pt x="444652" y="1562938"/>
                </a:lnTo>
                <a:lnTo>
                  <a:pt x="463905" y="1575752"/>
                </a:lnTo>
                <a:lnTo>
                  <a:pt x="487489" y="1580451"/>
                </a:lnTo>
                <a:lnTo>
                  <a:pt x="509473" y="1576362"/>
                </a:lnTo>
                <a:lnTo>
                  <a:pt x="527799" y="1565122"/>
                </a:lnTo>
                <a:lnTo>
                  <a:pt x="540931" y="1548295"/>
                </a:lnTo>
                <a:lnTo>
                  <a:pt x="547395" y="1527429"/>
                </a:lnTo>
                <a:lnTo>
                  <a:pt x="1281430" y="1527429"/>
                </a:lnTo>
                <a:lnTo>
                  <a:pt x="1287868" y="1548295"/>
                </a:lnTo>
                <a:lnTo>
                  <a:pt x="1301013" y="1565122"/>
                </a:lnTo>
                <a:lnTo>
                  <a:pt x="1319339" y="1576362"/>
                </a:lnTo>
                <a:lnTo>
                  <a:pt x="1341335" y="1580451"/>
                </a:lnTo>
                <a:lnTo>
                  <a:pt x="1364894" y="1575752"/>
                </a:lnTo>
                <a:lnTo>
                  <a:pt x="1384147" y="1562938"/>
                </a:lnTo>
                <a:lnTo>
                  <a:pt x="1397139" y="1543913"/>
                </a:lnTo>
                <a:lnTo>
                  <a:pt x="1400505" y="1527429"/>
                </a:lnTo>
                <a:lnTo>
                  <a:pt x="1401902" y="1520621"/>
                </a:lnTo>
                <a:lnTo>
                  <a:pt x="1401064" y="1513878"/>
                </a:lnTo>
                <a:lnTo>
                  <a:pt x="1400136" y="1506372"/>
                </a:lnTo>
                <a:lnTo>
                  <a:pt x="1395158" y="1493380"/>
                </a:lnTo>
                <a:lnTo>
                  <a:pt x="1387386" y="1482039"/>
                </a:lnTo>
                <a:lnTo>
                  <a:pt x="1377289" y="1472717"/>
                </a:lnTo>
                <a:lnTo>
                  <a:pt x="1381290" y="1465795"/>
                </a:lnTo>
                <a:lnTo>
                  <a:pt x="1744078" y="845108"/>
                </a:lnTo>
                <a:lnTo>
                  <a:pt x="1751584" y="848296"/>
                </a:lnTo>
                <a:lnTo>
                  <a:pt x="1759623" y="850099"/>
                </a:lnTo>
                <a:lnTo>
                  <a:pt x="1768221" y="850099"/>
                </a:lnTo>
                <a:lnTo>
                  <a:pt x="1791792" y="845400"/>
                </a:lnTo>
                <a:lnTo>
                  <a:pt x="1792224" y="845108"/>
                </a:lnTo>
                <a:lnTo>
                  <a:pt x="1811045" y="832573"/>
                </a:lnTo>
                <a:lnTo>
                  <a:pt x="1824037" y="813562"/>
                </a:lnTo>
                <a:lnTo>
                  <a:pt x="1828800" y="790270"/>
                </a:lnTo>
                <a:close/>
              </a:path>
            </a:pathLst>
          </a:custGeom>
          <a:solidFill>
            <a:srgbClr val="2A6A83"/>
          </a:solidFill>
        </p:spPr>
        <p:txBody>
          <a:bodyPr wrap="square" lIns="0" tIns="0" rIns="0" bIns="0" rtlCol="0"/>
          <a:lstStyle/>
          <a:p>
            <a:endParaRPr/>
          </a:p>
        </p:txBody>
      </p:sp>
      <p:grpSp>
        <p:nvGrpSpPr>
          <p:cNvPr id="9" name="object 9"/>
          <p:cNvGrpSpPr/>
          <p:nvPr/>
        </p:nvGrpSpPr>
        <p:grpSpPr>
          <a:xfrm>
            <a:off x="2286000" y="7303771"/>
            <a:ext cx="5657850" cy="251460"/>
            <a:chOff x="2286000" y="7303771"/>
            <a:chExt cx="5657850" cy="251460"/>
          </a:xfrm>
        </p:grpSpPr>
        <p:sp>
          <p:nvSpPr>
            <p:cNvPr id="10" name="object 10"/>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4903470" y="7303771"/>
              <a:ext cx="251459" cy="251460"/>
            </a:xfrm>
            <a:prstGeom prst="rect">
              <a:avLst/>
            </a:prstGeom>
          </p:spPr>
        </p:pic>
        <p:sp>
          <p:nvSpPr>
            <p:cNvPr id="12" name="object 12"/>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3" name="object 13"/>
          <p:cNvSpPr txBox="1"/>
          <p:nvPr/>
        </p:nvSpPr>
        <p:spPr>
          <a:xfrm>
            <a:off x="1130300" y="1496870"/>
            <a:ext cx="4580255" cy="4780796"/>
          </a:xfrm>
          <a:prstGeom prst="rect">
            <a:avLst/>
          </a:prstGeom>
        </p:spPr>
        <p:txBody>
          <a:bodyPr vert="horz" wrap="square" lIns="0" tIns="60960" rIns="0" bIns="0" rtlCol="0">
            <a:spAutoFit/>
          </a:bodyPr>
          <a:lstStyle/>
          <a:p>
            <a:pPr marL="12700">
              <a:lnSpc>
                <a:spcPct val="100000"/>
              </a:lnSpc>
              <a:spcBef>
                <a:spcPts val="480"/>
              </a:spcBef>
            </a:pPr>
            <a:r>
              <a:rPr sz="12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12700">
              <a:lnSpc>
                <a:spcPct val="100000"/>
              </a:lnSpc>
              <a:spcBef>
                <a:spcPts val="570"/>
              </a:spcBef>
            </a:pPr>
            <a:r>
              <a:rPr sz="1800"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Drives</a:t>
            </a:r>
            <a:r>
              <a:rPr sz="1800" spc="-1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Accountability</a:t>
            </a:r>
            <a:endParaRPr sz="1800" dirty="0">
              <a:latin typeface="Calibri Light" panose="020F0302020204030204" pitchFamily="34" charset="0"/>
              <a:ea typeface="Calibri Light" panose="020F0302020204030204" pitchFamily="34" charset="0"/>
              <a:cs typeface="Calibri Light" panose="020F0302020204030204" pitchFamily="34" charset="0"/>
            </a:endParaRPr>
          </a:p>
          <a:p>
            <a:pPr marL="241300" marR="688340" indent="-228600">
              <a:lnSpc>
                <a:spcPct val="100000"/>
              </a:lnSpc>
              <a:spcBef>
                <a:spcPts val="123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Provides a clear understanding of who is accountable for achieving the goal.</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1300" marR="1714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Delegates decision-making to those who are closest to the problem being solved.</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1300" marR="14224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Provides standards of performance but allow how people achieve the goal to be different.</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1300" marR="52641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Clearly links the “why” behind the goals that they are asked to achieve.</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1300" marR="13271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Reinforces the need for others to come back with solutions rather than ideas.</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1300" marR="23114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Creates a sense of urgency and a clear understanding of what is urgent and what is important.</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0665" indent="-227965">
              <a:lnSpc>
                <a:spcPct val="100000"/>
              </a:lnSpc>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Trusts, but verifies the work of the team.</a:t>
            </a:r>
            <a:endParaRPr sz="1200" dirty="0">
              <a:latin typeface="Calibri Light" panose="020F0302020204030204" pitchFamily="34" charset="0"/>
              <a:ea typeface="Calibri Light" panose="020F0302020204030204" pitchFamily="34" charset="0"/>
              <a:cs typeface="Calibri Light" panose="020F0302020204030204" pitchFamily="34" charset="0"/>
            </a:endParaRPr>
          </a:p>
          <a:p>
            <a:pPr marL="241300" marR="508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Refrains from micromanaging by telling team members what needs to be accomplished rather than how.</a:t>
            </a:r>
            <a:endParaRPr sz="1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4" name="object 14"/>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5" name="object 15"/>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Profile Characteristics &amp; 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496870"/>
            <a:ext cx="4562475" cy="3862596"/>
          </a:xfrm>
          <a:prstGeom prst="rect">
            <a:avLst/>
          </a:prstGeom>
        </p:spPr>
        <p:txBody>
          <a:bodyPr vert="horz" wrap="square" lIns="0" tIns="60960" rIns="0" bIns="0" rtlCol="0">
            <a:spAutoFit/>
          </a:bodyPr>
          <a:lstStyle/>
          <a:p>
            <a:pPr marL="12700">
              <a:spcBef>
                <a:spcPts val="480"/>
              </a:spcBef>
            </a:pPr>
            <a:r>
              <a:rPr sz="12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p>
          <a:p>
            <a:pPr marL="12700">
              <a:spcBef>
                <a:spcPts val="570"/>
              </a:spcBef>
            </a:pPr>
            <a:r>
              <a:rPr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Builds Talent for the Future</a:t>
            </a:r>
          </a:p>
          <a:p>
            <a:pPr marL="241300" marR="5080" indent="-228600">
              <a:spcBef>
                <a:spcPts val="123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Considers the skills needed today as well as the ones needed in the future when making hiring decisions.</a:t>
            </a:r>
          </a:p>
          <a:p>
            <a:pPr marL="241300" marR="236854"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Builds a network inside and outside of the organization of talent for the team.</a:t>
            </a:r>
          </a:p>
          <a:p>
            <a:pPr marL="241300" indent="-228600">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Hires based upon capabilities and culture fit.</a:t>
            </a:r>
          </a:p>
          <a:p>
            <a:pPr marL="241300" indent="-228600">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Identifies and retains business-critical (pivotal) talent.</a:t>
            </a:r>
          </a:p>
          <a:p>
            <a:pPr marL="241300" indent="-228600">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Provides opportunities for top talent to move across functions.</a:t>
            </a:r>
          </a:p>
          <a:p>
            <a:pPr marL="241300" marR="12255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Creates opportunities for more tenured team members to mentor newer members of the team.</a:t>
            </a:r>
          </a:p>
          <a:p>
            <a:pPr marL="241300" marR="23304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Instills a learning culture where everyone has the opportunity to continue to grow their skills.</a:t>
            </a:r>
          </a:p>
        </p:txBody>
      </p:sp>
      <p:grpSp>
        <p:nvGrpSpPr>
          <p:cNvPr id="13" name="object 13"/>
          <p:cNvGrpSpPr/>
          <p:nvPr/>
        </p:nvGrpSpPr>
        <p:grpSpPr>
          <a:xfrm>
            <a:off x="7315200" y="5091286"/>
            <a:ext cx="1828800" cy="1580515"/>
            <a:chOff x="7315200" y="5091286"/>
            <a:chExt cx="1828800" cy="1580515"/>
          </a:xfrm>
        </p:grpSpPr>
        <p:sp>
          <p:nvSpPr>
            <p:cNvPr id="14" name="object 14"/>
            <p:cNvSpPr/>
            <p:nvPr/>
          </p:nvSpPr>
          <p:spPr>
            <a:xfrm>
              <a:off x="7315200" y="5091290"/>
              <a:ext cx="1828800" cy="1580515"/>
            </a:xfrm>
            <a:custGeom>
              <a:avLst/>
              <a:gdLst/>
              <a:ahLst/>
              <a:cxnLst/>
              <a:rect l="l" t="t" r="r" b="b"/>
              <a:pathLst>
                <a:path w="1828800" h="1580515">
                  <a:moveTo>
                    <a:pt x="1236230" y="675932"/>
                  </a:moveTo>
                  <a:lnTo>
                    <a:pt x="1234440" y="662698"/>
                  </a:lnTo>
                  <a:lnTo>
                    <a:pt x="1232979" y="660285"/>
                  </a:lnTo>
                  <a:lnTo>
                    <a:pt x="1226985" y="650671"/>
                  </a:lnTo>
                  <a:lnTo>
                    <a:pt x="1213116" y="636231"/>
                  </a:lnTo>
                  <a:lnTo>
                    <a:pt x="1213116" y="672325"/>
                  </a:lnTo>
                  <a:lnTo>
                    <a:pt x="1213116" y="679538"/>
                  </a:lnTo>
                  <a:lnTo>
                    <a:pt x="1203794" y="689241"/>
                  </a:lnTo>
                  <a:lnTo>
                    <a:pt x="1197025" y="689241"/>
                  </a:lnTo>
                  <a:lnTo>
                    <a:pt x="1192314" y="684352"/>
                  </a:lnTo>
                  <a:lnTo>
                    <a:pt x="1097076" y="583285"/>
                  </a:lnTo>
                  <a:lnTo>
                    <a:pt x="1072134" y="556818"/>
                  </a:lnTo>
                  <a:lnTo>
                    <a:pt x="1067511" y="552005"/>
                  </a:lnTo>
                  <a:lnTo>
                    <a:pt x="1060577" y="552005"/>
                  </a:lnTo>
                  <a:lnTo>
                    <a:pt x="970432" y="645858"/>
                  </a:lnTo>
                  <a:lnTo>
                    <a:pt x="970432" y="653072"/>
                  </a:lnTo>
                  <a:lnTo>
                    <a:pt x="977366" y="660285"/>
                  </a:lnTo>
                  <a:lnTo>
                    <a:pt x="1028217" y="660285"/>
                  </a:lnTo>
                  <a:lnTo>
                    <a:pt x="1035151" y="662698"/>
                  </a:lnTo>
                  <a:lnTo>
                    <a:pt x="1037463" y="669912"/>
                  </a:lnTo>
                  <a:lnTo>
                    <a:pt x="1037463" y="679538"/>
                  </a:lnTo>
                  <a:lnTo>
                    <a:pt x="1028217" y="684352"/>
                  </a:lnTo>
                  <a:lnTo>
                    <a:pt x="931138" y="684352"/>
                  </a:lnTo>
                  <a:lnTo>
                    <a:pt x="924217" y="677138"/>
                  </a:lnTo>
                  <a:lnTo>
                    <a:pt x="924217" y="660285"/>
                  </a:lnTo>
                  <a:lnTo>
                    <a:pt x="926528" y="655485"/>
                  </a:lnTo>
                  <a:lnTo>
                    <a:pt x="984300" y="595325"/>
                  </a:lnTo>
                  <a:lnTo>
                    <a:pt x="988606" y="589483"/>
                  </a:lnTo>
                  <a:lnTo>
                    <a:pt x="990841" y="583285"/>
                  </a:lnTo>
                  <a:lnTo>
                    <a:pt x="990955" y="582980"/>
                  </a:lnTo>
                  <a:lnTo>
                    <a:pt x="991069" y="578472"/>
                  </a:lnTo>
                  <a:lnTo>
                    <a:pt x="991133" y="576021"/>
                  </a:lnTo>
                  <a:lnTo>
                    <a:pt x="988923" y="568845"/>
                  </a:lnTo>
                  <a:lnTo>
                    <a:pt x="984300" y="559231"/>
                  </a:lnTo>
                  <a:lnTo>
                    <a:pt x="977366" y="554418"/>
                  </a:lnTo>
                  <a:lnTo>
                    <a:pt x="928839" y="554418"/>
                  </a:lnTo>
                  <a:lnTo>
                    <a:pt x="924217" y="556818"/>
                  </a:lnTo>
                  <a:lnTo>
                    <a:pt x="921905" y="556818"/>
                  </a:lnTo>
                  <a:lnTo>
                    <a:pt x="723125" y="763765"/>
                  </a:lnTo>
                  <a:lnTo>
                    <a:pt x="725436" y="768578"/>
                  </a:lnTo>
                  <a:lnTo>
                    <a:pt x="725436" y="879271"/>
                  </a:lnTo>
                  <a:lnTo>
                    <a:pt x="728256" y="893025"/>
                  </a:lnTo>
                  <a:lnTo>
                    <a:pt x="735838" y="904532"/>
                  </a:lnTo>
                  <a:lnTo>
                    <a:pt x="746899" y="912431"/>
                  </a:lnTo>
                  <a:lnTo>
                    <a:pt x="760107" y="915365"/>
                  </a:lnTo>
                  <a:lnTo>
                    <a:pt x="817892" y="915365"/>
                  </a:lnTo>
                  <a:lnTo>
                    <a:pt x="827354" y="917092"/>
                  </a:lnTo>
                  <a:lnTo>
                    <a:pt x="834656" y="921981"/>
                  </a:lnTo>
                  <a:lnTo>
                    <a:pt x="839355" y="929576"/>
                  </a:lnTo>
                  <a:lnTo>
                    <a:pt x="841006" y="939431"/>
                  </a:lnTo>
                  <a:lnTo>
                    <a:pt x="841006" y="1042898"/>
                  </a:lnTo>
                  <a:lnTo>
                    <a:pt x="836383" y="1047711"/>
                  </a:lnTo>
                  <a:lnTo>
                    <a:pt x="822515" y="1047711"/>
                  </a:lnTo>
                  <a:lnTo>
                    <a:pt x="817892" y="1042898"/>
                  </a:lnTo>
                  <a:lnTo>
                    <a:pt x="817892" y="963485"/>
                  </a:lnTo>
                  <a:lnTo>
                    <a:pt x="816241" y="953630"/>
                  </a:lnTo>
                  <a:lnTo>
                    <a:pt x="811542" y="946035"/>
                  </a:lnTo>
                  <a:lnTo>
                    <a:pt x="804240" y="941158"/>
                  </a:lnTo>
                  <a:lnTo>
                    <a:pt x="794778" y="939431"/>
                  </a:lnTo>
                  <a:lnTo>
                    <a:pt x="725436" y="939431"/>
                  </a:lnTo>
                  <a:lnTo>
                    <a:pt x="712228" y="942365"/>
                  </a:lnTo>
                  <a:lnTo>
                    <a:pt x="701167" y="950252"/>
                  </a:lnTo>
                  <a:lnTo>
                    <a:pt x="693585" y="961758"/>
                  </a:lnTo>
                  <a:lnTo>
                    <a:pt x="690765" y="975525"/>
                  </a:lnTo>
                  <a:lnTo>
                    <a:pt x="690765" y="1023645"/>
                  </a:lnTo>
                  <a:lnTo>
                    <a:pt x="589076" y="1129525"/>
                  </a:lnTo>
                  <a:lnTo>
                    <a:pt x="582142" y="1129525"/>
                  </a:lnTo>
                  <a:lnTo>
                    <a:pt x="577519" y="1127112"/>
                  </a:lnTo>
                  <a:lnTo>
                    <a:pt x="577519" y="1124712"/>
                  </a:lnTo>
                  <a:lnTo>
                    <a:pt x="572897" y="1119898"/>
                  </a:lnTo>
                  <a:lnTo>
                    <a:pt x="572897" y="1112685"/>
                  </a:lnTo>
                  <a:lnTo>
                    <a:pt x="577519" y="1110272"/>
                  </a:lnTo>
                  <a:lnTo>
                    <a:pt x="660730" y="1023645"/>
                  </a:lnTo>
                  <a:lnTo>
                    <a:pt x="669975" y="999578"/>
                  </a:lnTo>
                  <a:lnTo>
                    <a:pt x="669975" y="881672"/>
                  </a:lnTo>
                  <a:lnTo>
                    <a:pt x="669975" y="845578"/>
                  </a:lnTo>
                  <a:lnTo>
                    <a:pt x="667664" y="840765"/>
                  </a:lnTo>
                  <a:lnTo>
                    <a:pt x="663041" y="838365"/>
                  </a:lnTo>
                  <a:lnTo>
                    <a:pt x="651484" y="838365"/>
                  </a:lnTo>
                  <a:lnTo>
                    <a:pt x="598322" y="893699"/>
                  </a:lnTo>
                  <a:lnTo>
                    <a:pt x="598322" y="956271"/>
                  </a:lnTo>
                  <a:lnTo>
                    <a:pt x="593699" y="961085"/>
                  </a:lnTo>
                  <a:lnTo>
                    <a:pt x="579831" y="961085"/>
                  </a:lnTo>
                  <a:lnTo>
                    <a:pt x="575208" y="956271"/>
                  </a:lnTo>
                  <a:lnTo>
                    <a:pt x="575208" y="886485"/>
                  </a:lnTo>
                  <a:lnTo>
                    <a:pt x="577519" y="881672"/>
                  </a:lnTo>
                  <a:lnTo>
                    <a:pt x="928839" y="518325"/>
                  </a:lnTo>
                  <a:lnTo>
                    <a:pt x="954252" y="508698"/>
                  </a:lnTo>
                  <a:lnTo>
                    <a:pt x="1051331" y="508698"/>
                  </a:lnTo>
                  <a:lnTo>
                    <a:pt x="1055954" y="511098"/>
                  </a:lnTo>
                  <a:lnTo>
                    <a:pt x="1058265" y="511098"/>
                  </a:lnTo>
                  <a:lnTo>
                    <a:pt x="1213116" y="672325"/>
                  </a:lnTo>
                  <a:lnTo>
                    <a:pt x="1213116" y="636231"/>
                  </a:lnTo>
                  <a:lnTo>
                    <a:pt x="1090637" y="508698"/>
                  </a:lnTo>
                  <a:lnTo>
                    <a:pt x="1055928" y="482701"/>
                  </a:lnTo>
                  <a:lnTo>
                    <a:pt x="1049020" y="482219"/>
                  </a:lnTo>
                  <a:lnTo>
                    <a:pt x="954252" y="482219"/>
                  </a:lnTo>
                  <a:lnTo>
                    <a:pt x="912660" y="499071"/>
                  </a:lnTo>
                  <a:lnTo>
                    <a:pt x="561340" y="864831"/>
                  </a:lnTo>
                  <a:lnTo>
                    <a:pt x="552094" y="891298"/>
                  </a:lnTo>
                  <a:lnTo>
                    <a:pt x="552094" y="951458"/>
                  </a:lnTo>
                  <a:lnTo>
                    <a:pt x="554913" y="965212"/>
                  </a:lnTo>
                  <a:lnTo>
                    <a:pt x="562495" y="976718"/>
                  </a:lnTo>
                  <a:lnTo>
                    <a:pt x="573557" y="984618"/>
                  </a:lnTo>
                  <a:lnTo>
                    <a:pt x="586765" y="987552"/>
                  </a:lnTo>
                  <a:lnTo>
                    <a:pt x="599986" y="984618"/>
                  </a:lnTo>
                  <a:lnTo>
                    <a:pt x="611035" y="976718"/>
                  </a:lnTo>
                  <a:lnTo>
                    <a:pt x="618629" y="965212"/>
                  </a:lnTo>
                  <a:lnTo>
                    <a:pt x="619467" y="961085"/>
                  </a:lnTo>
                  <a:lnTo>
                    <a:pt x="621436" y="951458"/>
                  </a:lnTo>
                  <a:lnTo>
                    <a:pt x="621436" y="905738"/>
                  </a:lnTo>
                  <a:lnTo>
                    <a:pt x="644550" y="881672"/>
                  </a:lnTo>
                  <a:lnTo>
                    <a:pt x="644550" y="1006805"/>
                  </a:lnTo>
                  <a:lnTo>
                    <a:pt x="559028" y="1095832"/>
                  </a:lnTo>
                  <a:lnTo>
                    <a:pt x="551230" y="1107782"/>
                  </a:lnTo>
                  <a:lnTo>
                    <a:pt x="548627" y="1121105"/>
                  </a:lnTo>
                  <a:lnTo>
                    <a:pt x="551230" y="1134414"/>
                  </a:lnTo>
                  <a:lnTo>
                    <a:pt x="559028" y="1146365"/>
                  </a:lnTo>
                  <a:lnTo>
                    <a:pt x="565962" y="1153591"/>
                  </a:lnTo>
                  <a:lnTo>
                    <a:pt x="572897" y="1155992"/>
                  </a:lnTo>
                  <a:lnTo>
                    <a:pt x="593699" y="1155992"/>
                  </a:lnTo>
                  <a:lnTo>
                    <a:pt x="623747" y="1129525"/>
                  </a:lnTo>
                  <a:lnTo>
                    <a:pt x="704634" y="1045298"/>
                  </a:lnTo>
                  <a:lnTo>
                    <a:pt x="713879" y="1021245"/>
                  </a:lnTo>
                  <a:lnTo>
                    <a:pt x="713879" y="968298"/>
                  </a:lnTo>
                  <a:lnTo>
                    <a:pt x="718502" y="963485"/>
                  </a:lnTo>
                  <a:lnTo>
                    <a:pt x="794778" y="963485"/>
                  </a:lnTo>
                  <a:lnTo>
                    <a:pt x="794778" y="1035672"/>
                  </a:lnTo>
                  <a:lnTo>
                    <a:pt x="797598" y="1049426"/>
                  </a:lnTo>
                  <a:lnTo>
                    <a:pt x="805180" y="1060932"/>
                  </a:lnTo>
                  <a:lnTo>
                    <a:pt x="816241" y="1068832"/>
                  </a:lnTo>
                  <a:lnTo>
                    <a:pt x="829449" y="1071765"/>
                  </a:lnTo>
                  <a:lnTo>
                    <a:pt x="842670" y="1068832"/>
                  </a:lnTo>
                  <a:lnTo>
                    <a:pt x="853719" y="1060932"/>
                  </a:lnTo>
                  <a:lnTo>
                    <a:pt x="861314" y="1049426"/>
                  </a:lnTo>
                  <a:lnTo>
                    <a:pt x="861656" y="1047711"/>
                  </a:lnTo>
                  <a:lnTo>
                    <a:pt x="864120" y="1035672"/>
                  </a:lnTo>
                  <a:lnTo>
                    <a:pt x="864120" y="939431"/>
                  </a:lnTo>
                  <a:lnTo>
                    <a:pt x="860475" y="920737"/>
                  </a:lnTo>
                  <a:lnTo>
                    <a:pt x="850544" y="905433"/>
                  </a:lnTo>
                  <a:lnTo>
                    <a:pt x="835850" y="895096"/>
                  </a:lnTo>
                  <a:lnTo>
                    <a:pt x="817892" y="891298"/>
                  </a:lnTo>
                  <a:lnTo>
                    <a:pt x="753173" y="891298"/>
                  </a:lnTo>
                  <a:lnTo>
                    <a:pt x="748550" y="886485"/>
                  </a:lnTo>
                  <a:lnTo>
                    <a:pt x="748550" y="773391"/>
                  </a:lnTo>
                  <a:lnTo>
                    <a:pt x="935761" y="578472"/>
                  </a:lnTo>
                  <a:lnTo>
                    <a:pt x="968121" y="578472"/>
                  </a:lnTo>
                  <a:lnTo>
                    <a:pt x="910348" y="638632"/>
                  </a:lnTo>
                  <a:lnTo>
                    <a:pt x="905624" y="644829"/>
                  </a:lnTo>
                  <a:lnTo>
                    <a:pt x="901979" y="652170"/>
                  </a:lnTo>
                  <a:lnTo>
                    <a:pt x="899731" y="659612"/>
                  </a:lnTo>
                  <a:lnTo>
                    <a:pt x="899629" y="659955"/>
                  </a:lnTo>
                  <a:lnTo>
                    <a:pt x="898791" y="667512"/>
                  </a:lnTo>
                  <a:lnTo>
                    <a:pt x="902042" y="684085"/>
                  </a:lnTo>
                  <a:lnTo>
                    <a:pt x="910932" y="697293"/>
                  </a:lnTo>
                  <a:lnTo>
                    <a:pt x="924140" y="706424"/>
                  </a:lnTo>
                  <a:lnTo>
                    <a:pt x="940384" y="710831"/>
                  </a:lnTo>
                  <a:lnTo>
                    <a:pt x="1028217" y="710831"/>
                  </a:lnTo>
                  <a:lnTo>
                    <a:pt x="1057021" y="684352"/>
                  </a:lnTo>
                  <a:lnTo>
                    <a:pt x="1058265" y="669912"/>
                  </a:lnTo>
                  <a:lnTo>
                    <a:pt x="1055090" y="660285"/>
                  </a:lnTo>
                  <a:lnTo>
                    <a:pt x="1054989" y="659955"/>
                  </a:lnTo>
                  <a:lnTo>
                    <a:pt x="1054874" y="659612"/>
                  </a:lnTo>
                  <a:lnTo>
                    <a:pt x="1048448" y="650671"/>
                  </a:lnTo>
                  <a:lnTo>
                    <a:pt x="1039418" y="643521"/>
                  </a:lnTo>
                  <a:lnTo>
                    <a:pt x="1028217" y="638632"/>
                  </a:lnTo>
                  <a:lnTo>
                    <a:pt x="1009726" y="638632"/>
                  </a:lnTo>
                  <a:lnTo>
                    <a:pt x="1062888" y="583285"/>
                  </a:lnTo>
                  <a:lnTo>
                    <a:pt x="1176134" y="698792"/>
                  </a:lnTo>
                  <a:lnTo>
                    <a:pt x="1187627" y="707288"/>
                  </a:lnTo>
                  <a:lnTo>
                    <a:pt x="1200442" y="710831"/>
                  </a:lnTo>
                  <a:lnTo>
                    <a:pt x="1213192" y="708939"/>
                  </a:lnTo>
                  <a:lnTo>
                    <a:pt x="1224673" y="701205"/>
                  </a:lnTo>
                  <a:lnTo>
                    <a:pt x="1232839" y="689241"/>
                  </a:lnTo>
                  <a:lnTo>
                    <a:pt x="1236230" y="675932"/>
                  </a:lnTo>
                  <a:close/>
                </a:path>
                <a:path w="1828800" h="1580515">
                  <a:moveTo>
                    <a:pt x="1280160" y="783005"/>
                  </a:moveTo>
                  <a:lnTo>
                    <a:pt x="1258709" y="749846"/>
                  </a:lnTo>
                  <a:lnTo>
                    <a:pt x="1257046" y="749477"/>
                  </a:lnTo>
                  <a:lnTo>
                    <a:pt x="1257046" y="775792"/>
                  </a:lnTo>
                  <a:lnTo>
                    <a:pt x="1257046" y="1127112"/>
                  </a:lnTo>
                  <a:lnTo>
                    <a:pt x="1252423" y="1131925"/>
                  </a:lnTo>
                  <a:lnTo>
                    <a:pt x="926528" y="1131925"/>
                  </a:lnTo>
                  <a:lnTo>
                    <a:pt x="921905" y="1127112"/>
                  </a:lnTo>
                  <a:lnTo>
                    <a:pt x="921905" y="775792"/>
                  </a:lnTo>
                  <a:lnTo>
                    <a:pt x="926528" y="770978"/>
                  </a:lnTo>
                  <a:lnTo>
                    <a:pt x="1252423" y="770978"/>
                  </a:lnTo>
                  <a:lnTo>
                    <a:pt x="1257046" y="775792"/>
                  </a:lnTo>
                  <a:lnTo>
                    <a:pt x="1257046" y="749477"/>
                  </a:lnTo>
                  <a:lnTo>
                    <a:pt x="1245489" y="746912"/>
                  </a:lnTo>
                  <a:lnTo>
                    <a:pt x="933462" y="746912"/>
                  </a:lnTo>
                  <a:lnTo>
                    <a:pt x="920242" y="749846"/>
                  </a:lnTo>
                  <a:lnTo>
                    <a:pt x="909193" y="757745"/>
                  </a:lnTo>
                  <a:lnTo>
                    <a:pt x="901611" y="769251"/>
                  </a:lnTo>
                  <a:lnTo>
                    <a:pt x="898791" y="783005"/>
                  </a:lnTo>
                  <a:lnTo>
                    <a:pt x="898791" y="1119898"/>
                  </a:lnTo>
                  <a:lnTo>
                    <a:pt x="901611" y="1133665"/>
                  </a:lnTo>
                  <a:lnTo>
                    <a:pt x="909193" y="1145159"/>
                  </a:lnTo>
                  <a:lnTo>
                    <a:pt x="920242" y="1153058"/>
                  </a:lnTo>
                  <a:lnTo>
                    <a:pt x="933462" y="1155992"/>
                  </a:lnTo>
                  <a:lnTo>
                    <a:pt x="1245489" y="1155992"/>
                  </a:lnTo>
                  <a:lnTo>
                    <a:pt x="1258709" y="1153058"/>
                  </a:lnTo>
                  <a:lnTo>
                    <a:pt x="1269758" y="1145159"/>
                  </a:lnTo>
                  <a:lnTo>
                    <a:pt x="1277340" y="1133665"/>
                  </a:lnTo>
                  <a:lnTo>
                    <a:pt x="1277696" y="1131925"/>
                  </a:lnTo>
                  <a:lnTo>
                    <a:pt x="1280160" y="1119898"/>
                  </a:lnTo>
                  <a:lnTo>
                    <a:pt x="1280160" y="783005"/>
                  </a:lnTo>
                  <a:close/>
                </a:path>
                <a:path w="1828800" h="1580515">
                  <a:moveTo>
                    <a:pt x="1828800" y="790270"/>
                  </a:moveTo>
                  <a:lnTo>
                    <a:pt x="1824037" y="766978"/>
                  </a:lnTo>
                  <a:lnTo>
                    <a:pt x="1811045" y="747953"/>
                  </a:lnTo>
                  <a:lnTo>
                    <a:pt x="1792224" y="735418"/>
                  </a:lnTo>
                  <a:lnTo>
                    <a:pt x="1791792" y="735126"/>
                  </a:lnTo>
                  <a:lnTo>
                    <a:pt x="1768221" y="730427"/>
                  </a:lnTo>
                  <a:lnTo>
                    <a:pt x="1759623" y="730427"/>
                  </a:lnTo>
                  <a:lnTo>
                    <a:pt x="1751495" y="732231"/>
                  </a:lnTo>
                  <a:lnTo>
                    <a:pt x="1744091" y="735418"/>
                  </a:lnTo>
                  <a:lnTo>
                    <a:pt x="1732292" y="715238"/>
                  </a:lnTo>
                  <a:lnTo>
                    <a:pt x="1732292" y="742315"/>
                  </a:lnTo>
                  <a:lnTo>
                    <a:pt x="1722158" y="751649"/>
                  </a:lnTo>
                  <a:lnTo>
                    <a:pt x="1714385" y="762990"/>
                  </a:lnTo>
                  <a:lnTo>
                    <a:pt x="1709394" y="775995"/>
                  </a:lnTo>
                  <a:lnTo>
                    <a:pt x="1707642" y="790270"/>
                  </a:lnTo>
                  <a:lnTo>
                    <a:pt x="1709394" y="804532"/>
                  </a:lnTo>
                  <a:lnTo>
                    <a:pt x="1714385" y="817537"/>
                  </a:lnTo>
                  <a:lnTo>
                    <a:pt x="1722158" y="828878"/>
                  </a:lnTo>
                  <a:lnTo>
                    <a:pt x="1732292" y="838187"/>
                  </a:lnTo>
                  <a:lnTo>
                    <a:pt x="1365465" y="1465795"/>
                  </a:lnTo>
                  <a:lnTo>
                    <a:pt x="1358049" y="1462608"/>
                  </a:lnTo>
                  <a:lnTo>
                    <a:pt x="1349908" y="1460779"/>
                  </a:lnTo>
                  <a:lnTo>
                    <a:pt x="1341335" y="1460779"/>
                  </a:lnTo>
                  <a:lnTo>
                    <a:pt x="1319326" y="1464881"/>
                  </a:lnTo>
                  <a:lnTo>
                    <a:pt x="1301000" y="1476146"/>
                  </a:lnTo>
                  <a:lnTo>
                    <a:pt x="1287856" y="1492999"/>
                  </a:lnTo>
                  <a:lnTo>
                    <a:pt x="1281430" y="1513878"/>
                  </a:lnTo>
                  <a:lnTo>
                    <a:pt x="547395" y="1513878"/>
                  </a:lnTo>
                  <a:lnTo>
                    <a:pt x="541070" y="1493380"/>
                  </a:lnTo>
                  <a:lnTo>
                    <a:pt x="540956" y="1492999"/>
                  </a:lnTo>
                  <a:lnTo>
                    <a:pt x="527812" y="1476146"/>
                  </a:lnTo>
                  <a:lnTo>
                    <a:pt x="510971" y="1465795"/>
                  </a:lnTo>
                  <a:lnTo>
                    <a:pt x="509485" y="1464881"/>
                  </a:lnTo>
                  <a:lnTo>
                    <a:pt x="487489" y="1460779"/>
                  </a:lnTo>
                  <a:lnTo>
                    <a:pt x="478904" y="1460779"/>
                  </a:lnTo>
                  <a:lnTo>
                    <a:pt x="470750" y="1462608"/>
                  </a:lnTo>
                  <a:lnTo>
                    <a:pt x="463359" y="1465795"/>
                  </a:lnTo>
                  <a:lnTo>
                    <a:pt x="100545" y="845108"/>
                  </a:lnTo>
                  <a:lnTo>
                    <a:pt x="96507" y="838187"/>
                  </a:lnTo>
                  <a:lnTo>
                    <a:pt x="106629" y="828878"/>
                  </a:lnTo>
                  <a:lnTo>
                    <a:pt x="114401" y="817537"/>
                  </a:lnTo>
                  <a:lnTo>
                    <a:pt x="119392" y="804532"/>
                  </a:lnTo>
                  <a:lnTo>
                    <a:pt x="121158" y="790270"/>
                  </a:lnTo>
                  <a:lnTo>
                    <a:pt x="119392" y="775995"/>
                  </a:lnTo>
                  <a:lnTo>
                    <a:pt x="114414" y="762990"/>
                  </a:lnTo>
                  <a:lnTo>
                    <a:pt x="106641" y="751649"/>
                  </a:lnTo>
                  <a:lnTo>
                    <a:pt x="96507" y="742315"/>
                  </a:lnTo>
                  <a:lnTo>
                    <a:pt x="100533" y="735418"/>
                  </a:lnTo>
                  <a:lnTo>
                    <a:pt x="463372" y="114681"/>
                  </a:lnTo>
                  <a:lnTo>
                    <a:pt x="470763" y="117868"/>
                  </a:lnTo>
                  <a:lnTo>
                    <a:pt x="478904" y="119672"/>
                  </a:lnTo>
                  <a:lnTo>
                    <a:pt x="487489" y="119672"/>
                  </a:lnTo>
                  <a:lnTo>
                    <a:pt x="509473" y="115582"/>
                  </a:lnTo>
                  <a:lnTo>
                    <a:pt x="510933" y="114681"/>
                  </a:lnTo>
                  <a:lnTo>
                    <a:pt x="527799" y="104330"/>
                  </a:lnTo>
                  <a:lnTo>
                    <a:pt x="540931" y="87503"/>
                  </a:lnTo>
                  <a:lnTo>
                    <a:pt x="547395" y="66649"/>
                  </a:lnTo>
                  <a:lnTo>
                    <a:pt x="1281430" y="66649"/>
                  </a:lnTo>
                  <a:lnTo>
                    <a:pt x="1301013" y="104330"/>
                  </a:lnTo>
                  <a:lnTo>
                    <a:pt x="1341335" y="119672"/>
                  </a:lnTo>
                  <a:lnTo>
                    <a:pt x="1349895" y="119672"/>
                  </a:lnTo>
                  <a:lnTo>
                    <a:pt x="1358036" y="117868"/>
                  </a:lnTo>
                  <a:lnTo>
                    <a:pt x="1365427" y="114681"/>
                  </a:lnTo>
                  <a:lnTo>
                    <a:pt x="1732292" y="742315"/>
                  </a:lnTo>
                  <a:lnTo>
                    <a:pt x="1732292" y="715238"/>
                  </a:lnTo>
                  <a:lnTo>
                    <a:pt x="1381264" y="114681"/>
                  </a:lnTo>
                  <a:lnTo>
                    <a:pt x="1377238" y="107784"/>
                  </a:lnTo>
                  <a:lnTo>
                    <a:pt x="1387360" y="98475"/>
                  </a:lnTo>
                  <a:lnTo>
                    <a:pt x="1395145" y="87122"/>
                  </a:lnTo>
                  <a:lnTo>
                    <a:pt x="1400136" y="74117"/>
                  </a:lnTo>
                  <a:lnTo>
                    <a:pt x="1401051" y="66649"/>
                  </a:lnTo>
                  <a:lnTo>
                    <a:pt x="1401902" y="59829"/>
                  </a:lnTo>
                  <a:lnTo>
                    <a:pt x="1400517" y="53098"/>
                  </a:lnTo>
                  <a:lnTo>
                    <a:pt x="1397139" y="36550"/>
                  </a:lnTo>
                  <a:lnTo>
                    <a:pt x="1384147" y="17526"/>
                  </a:lnTo>
                  <a:lnTo>
                    <a:pt x="1364894" y="4711"/>
                  </a:lnTo>
                  <a:lnTo>
                    <a:pt x="1341335" y="0"/>
                  </a:lnTo>
                  <a:lnTo>
                    <a:pt x="1319326" y="4102"/>
                  </a:lnTo>
                  <a:lnTo>
                    <a:pt x="1301000" y="15354"/>
                  </a:lnTo>
                  <a:lnTo>
                    <a:pt x="1287856" y="32219"/>
                  </a:lnTo>
                  <a:lnTo>
                    <a:pt x="1281430" y="53098"/>
                  </a:lnTo>
                  <a:lnTo>
                    <a:pt x="547395" y="53098"/>
                  </a:lnTo>
                  <a:lnTo>
                    <a:pt x="540956" y="32219"/>
                  </a:lnTo>
                  <a:lnTo>
                    <a:pt x="527812" y="15354"/>
                  </a:lnTo>
                  <a:lnTo>
                    <a:pt x="509485" y="4102"/>
                  </a:lnTo>
                  <a:lnTo>
                    <a:pt x="487489" y="0"/>
                  </a:lnTo>
                  <a:lnTo>
                    <a:pt x="463905" y="4711"/>
                  </a:lnTo>
                  <a:lnTo>
                    <a:pt x="444652" y="17526"/>
                  </a:lnTo>
                  <a:lnTo>
                    <a:pt x="431673" y="36550"/>
                  </a:lnTo>
                  <a:lnTo>
                    <a:pt x="426910" y="59829"/>
                  </a:lnTo>
                  <a:lnTo>
                    <a:pt x="428663" y="74117"/>
                  </a:lnTo>
                  <a:lnTo>
                    <a:pt x="433654" y="87122"/>
                  </a:lnTo>
                  <a:lnTo>
                    <a:pt x="441439" y="98475"/>
                  </a:lnTo>
                  <a:lnTo>
                    <a:pt x="451561" y="107784"/>
                  </a:lnTo>
                  <a:lnTo>
                    <a:pt x="84709" y="735418"/>
                  </a:lnTo>
                  <a:lnTo>
                    <a:pt x="77317" y="732231"/>
                  </a:lnTo>
                  <a:lnTo>
                    <a:pt x="69176" y="730427"/>
                  </a:lnTo>
                  <a:lnTo>
                    <a:pt x="60579" y="730427"/>
                  </a:lnTo>
                  <a:lnTo>
                    <a:pt x="36995" y="735126"/>
                  </a:lnTo>
                  <a:lnTo>
                    <a:pt x="17741" y="747953"/>
                  </a:lnTo>
                  <a:lnTo>
                    <a:pt x="4762" y="766978"/>
                  </a:lnTo>
                  <a:lnTo>
                    <a:pt x="0" y="790270"/>
                  </a:lnTo>
                  <a:lnTo>
                    <a:pt x="4762" y="813562"/>
                  </a:lnTo>
                  <a:lnTo>
                    <a:pt x="17741" y="832573"/>
                  </a:lnTo>
                  <a:lnTo>
                    <a:pt x="36995" y="845400"/>
                  </a:lnTo>
                  <a:lnTo>
                    <a:pt x="60579" y="850099"/>
                  </a:lnTo>
                  <a:lnTo>
                    <a:pt x="69151" y="850099"/>
                  </a:lnTo>
                  <a:lnTo>
                    <a:pt x="77304" y="848296"/>
                  </a:lnTo>
                  <a:lnTo>
                    <a:pt x="84709" y="845108"/>
                  </a:lnTo>
                  <a:lnTo>
                    <a:pt x="451535" y="1472717"/>
                  </a:lnTo>
                  <a:lnTo>
                    <a:pt x="441413" y="1482039"/>
                  </a:lnTo>
                  <a:lnTo>
                    <a:pt x="433641" y="1493380"/>
                  </a:lnTo>
                  <a:lnTo>
                    <a:pt x="428663" y="1506372"/>
                  </a:lnTo>
                  <a:lnTo>
                    <a:pt x="426910" y="1520621"/>
                  </a:lnTo>
                  <a:lnTo>
                    <a:pt x="431673" y="1543913"/>
                  </a:lnTo>
                  <a:lnTo>
                    <a:pt x="444652" y="1562938"/>
                  </a:lnTo>
                  <a:lnTo>
                    <a:pt x="463905" y="1575752"/>
                  </a:lnTo>
                  <a:lnTo>
                    <a:pt x="487489" y="1580451"/>
                  </a:lnTo>
                  <a:lnTo>
                    <a:pt x="509473" y="1576362"/>
                  </a:lnTo>
                  <a:lnTo>
                    <a:pt x="527799" y="1565122"/>
                  </a:lnTo>
                  <a:lnTo>
                    <a:pt x="540931" y="1548295"/>
                  </a:lnTo>
                  <a:lnTo>
                    <a:pt x="547395" y="1527429"/>
                  </a:lnTo>
                  <a:lnTo>
                    <a:pt x="1281430" y="1527429"/>
                  </a:lnTo>
                  <a:lnTo>
                    <a:pt x="1287868" y="1548295"/>
                  </a:lnTo>
                  <a:lnTo>
                    <a:pt x="1301013" y="1565122"/>
                  </a:lnTo>
                  <a:lnTo>
                    <a:pt x="1319339" y="1576362"/>
                  </a:lnTo>
                  <a:lnTo>
                    <a:pt x="1341335" y="1580451"/>
                  </a:lnTo>
                  <a:lnTo>
                    <a:pt x="1364894" y="1575752"/>
                  </a:lnTo>
                  <a:lnTo>
                    <a:pt x="1384147" y="1562938"/>
                  </a:lnTo>
                  <a:lnTo>
                    <a:pt x="1397139" y="1543913"/>
                  </a:lnTo>
                  <a:lnTo>
                    <a:pt x="1400505" y="1527429"/>
                  </a:lnTo>
                  <a:lnTo>
                    <a:pt x="1401902" y="1520621"/>
                  </a:lnTo>
                  <a:lnTo>
                    <a:pt x="1401064" y="1513878"/>
                  </a:lnTo>
                  <a:lnTo>
                    <a:pt x="1400136" y="1506372"/>
                  </a:lnTo>
                  <a:lnTo>
                    <a:pt x="1395158" y="1493380"/>
                  </a:lnTo>
                  <a:lnTo>
                    <a:pt x="1387386" y="1482039"/>
                  </a:lnTo>
                  <a:lnTo>
                    <a:pt x="1377289" y="1472717"/>
                  </a:lnTo>
                  <a:lnTo>
                    <a:pt x="1381290" y="1465795"/>
                  </a:lnTo>
                  <a:lnTo>
                    <a:pt x="1744078" y="845108"/>
                  </a:lnTo>
                  <a:lnTo>
                    <a:pt x="1751584" y="848296"/>
                  </a:lnTo>
                  <a:lnTo>
                    <a:pt x="1759623" y="850099"/>
                  </a:lnTo>
                  <a:lnTo>
                    <a:pt x="1768221" y="850099"/>
                  </a:lnTo>
                  <a:lnTo>
                    <a:pt x="1791792" y="845400"/>
                  </a:lnTo>
                  <a:lnTo>
                    <a:pt x="1792224" y="845108"/>
                  </a:lnTo>
                  <a:lnTo>
                    <a:pt x="1811045" y="832573"/>
                  </a:lnTo>
                  <a:lnTo>
                    <a:pt x="1824037" y="813562"/>
                  </a:lnTo>
                  <a:lnTo>
                    <a:pt x="1828800" y="790270"/>
                  </a:lnTo>
                  <a:close/>
                </a:path>
              </a:pathLst>
            </a:custGeom>
            <a:solidFill>
              <a:srgbClr val="2A6A83"/>
            </a:solidFill>
          </p:spPr>
          <p:txBody>
            <a:bodyPr wrap="square" lIns="0" tIns="0" rIns="0" bIns="0" rtlCol="0"/>
            <a:lstStyle/>
            <a:p>
              <a:endParaRPr/>
            </a:p>
          </p:txBody>
        </p:sp>
        <p:pic>
          <p:nvPicPr>
            <p:cNvPr id="15" name="object 15"/>
            <p:cNvPicPr/>
            <p:nvPr/>
          </p:nvPicPr>
          <p:blipFill>
            <a:blip r:embed="rId4" cstate="print"/>
            <a:stretch>
              <a:fillRect/>
            </a:stretch>
          </p:blipFill>
          <p:spPr>
            <a:xfrm>
              <a:off x="8079941" y="5515748"/>
              <a:ext cx="117881" cy="125133"/>
            </a:xfrm>
            <a:prstGeom prst="rect">
              <a:avLst/>
            </a:prstGeom>
          </p:spPr>
        </p:pic>
        <p:pic>
          <p:nvPicPr>
            <p:cNvPr id="16" name="object 16"/>
            <p:cNvPicPr/>
            <p:nvPr/>
          </p:nvPicPr>
          <p:blipFill>
            <a:blip r:embed="rId5" cstate="print"/>
            <a:stretch>
              <a:fillRect/>
            </a:stretch>
          </p:blipFill>
          <p:spPr>
            <a:xfrm>
              <a:off x="7895038" y="5705854"/>
              <a:ext cx="120192" cy="122720"/>
            </a:xfrm>
            <a:prstGeom prst="rect">
              <a:avLst/>
            </a:prstGeom>
          </p:spPr>
        </p:pic>
        <p:sp>
          <p:nvSpPr>
            <p:cNvPr id="17" name="object 17"/>
            <p:cNvSpPr/>
            <p:nvPr/>
          </p:nvSpPr>
          <p:spPr>
            <a:xfrm>
              <a:off x="8262531" y="6030709"/>
              <a:ext cx="160020" cy="168910"/>
            </a:xfrm>
            <a:custGeom>
              <a:avLst/>
              <a:gdLst/>
              <a:ahLst/>
              <a:cxnLst/>
              <a:rect l="l" t="t" r="r" b="b"/>
              <a:pathLst>
                <a:path w="160020" h="168910">
                  <a:moveTo>
                    <a:pt x="23114" y="149771"/>
                  </a:moveTo>
                  <a:lnTo>
                    <a:pt x="17945" y="144386"/>
                  </a:lnTo>
                  <a:lnTo>
                    <a:pt x="5181" y="144386"/>
                  </a:lnTo>
                  <a:lnTo>
                    <a:pt x="0" y="149771"/>
                  </a:lnTo>
                  <a:lnTo>
                    <a:pt x="0" y="163055"/>
                  </a:lnTo>
                  <a:lnTo>
                    <a:pt x="5181" y="168440"/>
                  </a:lnTo>
                  <a:lnTo>
                    <a:pt x="17945" y="168440"/>
                  </a:lnTo>
                  <a:lnTo>
                    <a:pt x="23114" y="163055"/>
                  </a:lnTo>
                  <a:lnTo>
                    <a:pt x="23114" y="156413"/>
                  </a:lnTo>
                  <a:lnTo>
                    <a:pt x="23114" y="149771"/>
                  </a:lnTo>
                  <a:close/>
                </a:path>
                <a:path w="160020" h="168910">
                  <a:moveTo>
                    <a:pt x="23114" y="101638"/>
                  </a:moveTo>
                  <a:lnTo>
                    <a:pt x="17945" y="96253"/>
                  </a:lnTo>
                  <a:lnTo>
                    <a:pt x="5181" y="96253"/>
                  </a:lnTo>
                  <a:lnTo>
                    <a:pt x="0" y="101638"/>
                  </a:lnTo>
                  <a:lnTo>
                    <a:pt x="0" y="114922"/>
                  </a:lnTo>
                  <a:lnTo>
                    <a:pt x="5181" y="120307"/>
                  </a:lnTo>
                  <a:lnTo>
                    <a:pt x="17945" y="120307"/>
                  </a:lnTo>
                  <a:lnTo>
                    <a:pt x="23114" y="114922"/>
                  </a:lnTo>
                  <a:lnTo>
                    <a:pt x="23114" y="108280"/>
                  </a:lnTo>
                  <a:lnTo>
                    <a:pt x="23114" y="101638"/>
                  </a:lnTo>
                  <a:close/>
                </a:path>
                <a:path w="160020" h="168910">
                  <a:moveTo>
                    <a:pt x="23114" y="53517"/>
                  </a:moveTo>
                  <a:lnTo>
                    <a:pt x="17945" y="48133"/>
                  </a:lnTo>
                  <a:lnTo>
                    <a:pt x="5181" y="48133"/>
                  </a:lnTo>
                  <a:lnTo>
                    <a:pt x="0" y="53517"/>
                  </a:lnTo>
                  <a:lnTo>
                    <a:pt x="0" y="66802"/>
                  </a:lnTo>
                  <a:lnTo>
                    <a:pt x="5181" y="72186"/>
                  </a:lnTo>
                  <a:lnTo>
                    <a:pt x="17945" y="72186"/>
                  </a:lnTo>
                  <a:lnTo>
                    <a:pt x="23114" y="66802"/>
                  </a:lnTo>
                  <a:lnTo>
                    <a:pt x="23114" y="60159"/>
                  </a:lnTo>
                  <a:lnTo>
                    <a:pt x="23114" y="53517"/>
                  </a:lnTo>
                  <a:close/>
                </a:path>
                <a:path w="160020" h="168910">
                  <a:moveTo>
                    <a:pt x="23114" y="5384"/>
                  </a:moveTo>
                  <a:lnTo>
                    <a:pt x="17945" y="0"/>
                  </a:lnTo>
                  <a:lnTo>
                    <a:pt x="5181" y="0"/>
                  </a:lnTo>
                  <a:lnTo>
                    <a:pt x="0" y="5384"/>
                  </a:lnTo>
                  <a:lnTo>
                    <a:pt x="0" y="18669"/>
                  </a:lnTo>
                  <a:lnTo>
                    <a:pt x="5181" y="24053"/>
                  </a:lnTo>
                  <a:lnTo>
                    <a:pt x="17945" y="24053"/>
                  </a:lnTo>
                  <a:lnTo>
                    <a:pt x="23114" y="18669"/>
                  </a:lnTo>
                  <a:lnTo>
                    <a:pt x="23114" y="12026"/>
                  </a:lnTo>
                  <a:lnTo>
                    <a:pt x="23114" y="5384"/>
                  </a:lnTo>
                  <a:close/>
                </a:path>
                <a:path w="160020" h="168910">
                  <a:moveTo>
                    <a:pt x="69342" y="149771"/>
                  </a:moveTo>
                  <a:lnTo>
                    <a:pt x="64173" y="144386"/>
                  </a:lnTo>
                  <a:lnTo>
                    <a:pt x="51396" y="144386"/>
                  </a:lnTo>
                  <a:lnTo>
                    <a:pt x="46228" y="149771"/>
                  </a:lnTo>
                  <a:lnTo>
                    <a:pt x="46228" y="163055"/>
                  </a:lnTo>
                  <a:lnTo>
                    <a:pt x="51396" y="168440"/>
                  </a:lnTo>
                  <a:lnTo>
                    <a:pt x="64173" y="168440"/>
                  </a:lnTo>
                  <a:lnTo>
                    <a:pt x="69342" y="163055"/>
                  </a:lnTo>
                  <a:lnTo>
                    <a:pt x="69342" y="156413"/>
                  </a:lnTo>
                  <a:lnTo>
                    <a:pt x="69342" y="149771"/>
                  </a:lnTo>
                  <a:close/>
                </a:path>
                <a:path w="160020" h="168910">
                  <a:moveTo>
                    <a:pt x="69342" y="101638"/>
                  </a:moveTo>
                  <a:lnTo>
                    <a:pt x="64173" y="96253"/>
                  </a:lnTo>
                  <a:lnTo>
                    <a:pt x="51396" y="96253"/>
                  </a:lnTo>
                  <a:lnTo>
                    <a:pt x="46228" y="101638"/>
                  </a:lnTo>
                  <a:lnTo>
                    <a:pt x="46228" y="114922"/>
                  </a:lnTo>
                  <a:lnTo>
                    <a:pt x="51396" y="120307"/>
                  </a:lnTo>
                  <a:lnTo>
                    <a:pt x="64173" y="120307"/>
                  </a:lnTo>
                  <a:lnTo>
                    <a:pt x="69342" y="114922"/>
                  </a:lnTo>
                  <a:lnTo>
                    <a:pt x="69342" y="108280"/>
                  </a:lnTo>
                  <a:lnTo>
                    <a:pt x="69342" y="101638"/>
                  </a:lnTo>
                  <a:close/>
                </a:path>
                <a:path w="160020" h="168910">
                  <a:moveTo>
                    <a:pt x="113245" y="149771"/>
                  </a:moveTo>
                  <a:lnTo>
                    <a:pt x="108077" y="144386"/>
                  </a:lnTo>
                  <a:lnTo>
                    <a:pt x="95300" y="144386"/>
                  </a:lnTo>
                  <a:lnTo>
                    <a:pt x="90131" y="149771"/>
                  </a:lnTo>
                  <a:lnTo>
                    <a:pt x="90131" y="163055"/>
                  </a:lnTo>
                  <a:lnTo>
                    <a:pt x="95300" y="168440"/>
                  </a:lnTo>
                  <a:lnTo>
                    <a:pt x="108077" y="168440"/>
                  </a:lnTo>
                  <a:lnTo>
                    <a:pt x="113245" y="163055"/>
                  </a:lnTo>
                  <a:lnTo>
                    <a:pt x="113245" y="156413"/>
                  </a:lnTo>
                  <a:lnTo>
                    <a:pt x="113245" y="149771"/>
                  </a:lnTo>
                  <a:close/>
                </a:path>
                <a:path w="160020" h="168910">
                  <a:moveTo>
                    <a:pt x="159473" y="149771"/>
                  </a:moveTo>
                  <a:lnTo>
                    <a:pt x="154305" y="144386"/>
                  </a:lnTo>
                  <a:lnTo>
                    <a:pt x="141541" y="144386"/>
                  </a:lnTo>
                  <a:lnTo>
                    <a:pt x="136359" y="149771"/>
                  </a:lnTo>
                  <a:lnTo>
                    <a:pt x="136359" y="163055"/>
                  </a:lnTo>
                  <a:lnTo>
                    <a:pt x="141541" y="168440"/>
                  </a:lnTo>
                  <a:lnTo>
                    <a:pt x="154305" y="168440"/>
                  </a:lnTo>
                  <a:lnTo>
                    <a:pt x="159473" y="163055"/>
                  </a:lnTo>
                  <a:lnTo>
                    <a:pt x="159473" y="156413"/>
                  </a:lnTo>
                  <a:lnTo>
                    <a:pt x="159473" y="149771"/>
                  </a:lnTo>
                  <a:close/>
                </a:path>
              </a:pathLst>
            </a:custGeom>
            <a:solidFill>
              <a:srgbClr val="2A6A83"/>
            </a:solidFill>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9" name="object 19"/>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Profile Characteristics &amp; 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496870"/>
            <a:ext cx="4474845" cy="4596130"/>
          </a:xfrm>
          <a:prstGeom prst="rect">
            <a:avLst/>
          </a:prstGeom>
        </p:spPr>
        <p:txBody>
          <a:bodyPr vert="horz" wrap="square" lIns="0" tIns="60960" rIns="0" bIns="0" rtlCol="0">
            <a:spAutoFit/>
          </a:bodyPr>
          <a:lstStyle/>
          <a:p>
            <a:pPr marL="12700">
              <a:lnSpc>
                <a:spcPct val="100000"/>
              </a:lnSpc>
              <a:spcBef>
                <a:spcPts val="480"/>
              </a:spcBef>
            </a:pPr>
            <a:r>
              <a:rPr sz="12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p>
          <a:p>
            <a:pPr marL="12700">
              <a:lnSpc>
                <a:spcPct val="100000"/>
              </a:lnSpc>
              <a:spcBef>
                <a:spcPts val="570"/>
              </a:spcBef>
            </a:pPr>
            <a:r>
              <a:rPr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Drives Partnerships Across Global Org.</a:t>
            </a:r>
          </a:p>
          <a:p>
            <a:pPr marL="241300" marR="13335" indent="-228600">
              <a:lnSpc>
                <a:spcPct val="100000"/>
              </a:lnSpc>
              <a:spcBef>
                <a:spcPts val="123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Involves stakeholders who will be impacted by their group upfront when setting goals.</a:t>
            </a:r>
          </a:p>
          <a:p>
            <a:pPr marL="241300" marR="508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Uses cultural sensitivity when considering the impact of decisions on other regions.</a:t>
            </a:r>
          </a:p>
          <a:p>
            <a:pPr marL="241300" marR="45402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Gains an understanding of the goals of functions outside of one’s own.</a:t>
            </a:r>
          </a:p>
          <a:p>
            <a:pPr marL="241300" indent="-228600">
              <a:lnSpc>
                <a:spcPct val="100000"/>
              </a:lnSpc>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Solicits ideas from groups beyond one’s own area.</a:t>
            </a:r>
          </a:p>
          <a:p>
            <a:pPr marL="241300" marR="84391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Explicitly defines accountabilities for reaching cross-functional goals.</a:t>
            </a:r>
          </a:p>
          <a:p>
            <a:pPr marL="241300" marR="25844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Proactively shares solutions that could positively impact other areas of the business.</a:t>
            </a:r>
          </a:p>
          <a:p>
            <a:pPr marL="241300" marR="927735"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Shares credit with other teams who supported their group’s success.</a:t>
            </a:r>
          </a:p>
          <a:p>
            <a:pPr marL="241300" indent="-228600">
              <a:lnSpc>
                <a:spcPct val="100000"/>
              </a:lnSpc>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Seeks feedback from colleagues.</a:t>
            </a:r>
          </a:p>
        </p:txBody>
      </p:sp>
      <p:grpSp>
        <p:nvGrpSpPr>
          <p:cNvPr id="13" name="object 13"/>
          <p:cNvGrpSpPr/>
          <p:nvPr/>
        </p:nvGrpSpPr>
        <p:grpSpPr>
          <a:xfrm>
            <a:off x="7315200" y="5091286"/>
            <a:ext cx="1828800" cy="1580515"/>
            <a:chOff x="7315200" y="5091286"/>
            <a:chExt cx="1828800" cy="1580515"/>
          </a:xfrm>
        </p:grpSpPr>
        <p:sp>
          <p:nvSpPr>
            <p:cNvPr id="14" name="object 14"/>
            <p:cNvSpPr/>
            <p:nvPr/>
          </p:nvSpPr>
          <p:spPr>
            <a:xfrm>
              <a:off x="7315200" y="5091286"/>
              <a:ext cx="1828800" cy="1580515"/>
            </a:xfrm>
            <a:custGeom>
              <a:avLst/>
              <a:gdLst/>
              <a:ahLst/>
              <a:cxnLst/>
              <a:rect l="l" t="t" r="r" b="b"/>
              <a:pathLst>
                <a:path w="1828800" h="1580515">
                  <a:moveTo>
                    <a:pt x="100553" y="845108"/>
                  </a:moveTo>
                  <a:lnTo>
                    <a:pt x="84708" y="845108"/>
                  </a:lnTo>
                  <a:lnTo>
                    <a:pt x="451535" y="1472717"/>
                  </a:lnTo>
                  <a:lnTo>
                    <a:pt x="441419" y="1482031"/>
                  </a:lnTo>
                  <a:lnTo>
                    <a:pt x="433651" y="1493373"/>
                  </a:lnTo>
                  <a:lnTo>
                    <a:pt x="428668" y="1506364"/>
                  </a:lnTo>
                  <a:lnTo>
                    <a:pt x="426910" y="1520621"/>
                  </a:lnTo>
                  <a:lnTo>
                    <a:pt x="431673" y="1543916"/>
                  </a:lnTo>
                  <a:lnTo>
                    <a:pt x="444660" y="1562933"/>
                  </a:lnTo>
                  <a:lnTo>
                    <a:pt x="463916" y="1575751"/>
                  </a:lnTo>
                  <a:lnTo>
                    <a:pt x="487489" y="1580451"/>
                  </a:lnTo>
                  <a:lnTo>
                    <a:pt x="509481" y="1576358"/>
                  </a:lnTo>
                  <a:lnTo>
                    <a:pt x="527800" y="1565117"/>
                  </a:lnTo>
                  <a:lnTo>
                    <a:pt x="540940" y="1548288"/>
                  </a:lnTo>
                  <a:lnTo>
                    <a:pt x="547395" y="1527429"/>
                  </a:lnTo>
                  <a:lnTo>
                    <a:pt x="1400510" y="1527429"/>
                  </a:lnTo>
                  <a:lnTo>
                    <a:pt x="1401902" y="1520621"/>
                  </a:lnTo>
                  <a:lnTo>
                    <a:pt x="1401070" y="1513878"/>
                  </a:lnTo>
                  <a:lnTo>
                    <a:pt x="547395" y="1513878"/>
                  </a:lnTo>
                  <a:lnTo>
                    <a:pt x="541075" y="1493373"/>
                  </a:lnTo>
                  <a:lnTo>
                    <a:pt x="540958" y="1492995"/>
                  </a:lnTo>
                  <a:lnTo>
                    <a:pt x="527819" y="1476141"/>
                  </a:lnTo>
                  <a:lnTo>
                    <a:pt x="510981" y="1465795"/>
                  </a:lnTo>
                  <a:lnTo>
                    <a:pt x="463359" y="1465795"/>
                  </a:lnTo>
                  <a:lnTo>
                    <a:pt x="100553" y="845108"/>
                  </a:lnTo>
                  <a:close/>
                </a:path>
                <a:path w="1828800" h="1580515">
                  <a:moveTo>
                    <a:pt x="1400510" y="1527429"/>
                  </a:moveTo>
                  <a:lnTo>
                    <a:pt x="1281430" y="1527429"/>
                  </a:lnTo>
                  <a:lnTo>
                    <a:pt x="1287873" y="1548288"/>
                  </a:lnTo>
                  <a:lnTo>
                    <a:pt x="1301014" y="1565117"/>
                  </a:lnTo>
                  <a:lnTo>
                    <a:pt x="1319340" y="1576358"/>
                  </a:lnTo>
                  <a:lnTo>
                    <a:pt x="1341335" y="1580451"/>
                  </a:lnTo>
                  <a:lnTo>
                    <a:pt x="1364906" y="1575751"/>
                  </a:lnTo>
                  <a:lnTo>
                    <a:pt x="1384158" y="1562933"/>
                  </a:lnTo>
                  <a:lnTo>
                    <a:pt x="1397141" y="1543916"/>
                  </a:lnTo>
                  <a:lnTo>
                    <a:pt x="1400510" y="1527429"/>
                  </a:lnTo>
                  <a:close/>
                </a:path>
                <a:path w="1828800" h="1580515">
                  <a:moveTo>
                    <a:pt x="1349908" y="1460779"/>
                  </a:moveTo>
                  <a:lnTo>
                    <a:pt x="1341335" y="1460779"/>
                  </a:lnTo>
                  <a:lnTo>
                    <a:pt x="1319327" y="1464880"/>
                  </a:lnTo>
                  <a:lnTo>
                    <a:pt x="1301000" y="1476141"/>
                  </a:lnTo>
                  <a:lnTo>
                    <a:pt x="1287864" y="1492995"/>
                  </a:lnTo>
                  <a:lnTo>
                    <a:pt x="1281430" y="1513878"/>
                  </a:lnTo>
                  <a:lnTo>
                    <a:pt x="1401070" y="1513878"/>
                  </a:lnTo>
                  <a:lnTo>
                    <a:pt x="1400144" y="1506364"/>
                  </a:lnTo>
                  <a:lnTo>
                    <a:pt x="1395163" y="1493373"/>
                  </a:lnTo>
                  <a:lnTo>
                    <a:pt x="1387396" y="1482031"/>
                  </a:lnTo>
                  <a:lnTo>
                    <a:pt x="1377291" y="1472717"/>
                  </a:lnTo>
                  <a:lnTo>
                    <a:pt x="1381294" y="1465795"/>
                  </a:lnTo>
                  <a:lnTo>
                    <a:pt x="1365465" y="1465795"/>
                  </a:lnTo>
                  <a:lnTo>
                    <a:pt x="1358049" y="1462608"/>
                  </a:lnTo>
                  <a:lnTo>
                    <a:pt x="1349908" y="1460779"/>
                  </a:lnTo>
                  <a:close/>
                </a:path>
                <a:path w="1828800" h="1580515">
                  <a:moveTo>
                    <a:pt x="487489" y="1460779"/>
                  </a:moveTo>
                  <a:lnTo>
                    <a:pt x="478904" y="1460779"/>
                  </a:lnTo>
                  <a:lnTo>
                    <a:pt x="470750" y="1462608"/>
                  </a:lnTo>
                  <a:lnTo>
                    <a:pt x="463359" y="1465795"/>
                  </a:lnTo>
                  <a:lnTo>
                    <a:pt x="510981" y="1465795"/>
                  </a:lnTo>
                  <a:lnTo>
                    <a:pt x="509492" y="1464880"/>
                  </a:lnTo>
                  <a:lnTo>
                    <a:pt x="487489" y="1460779"/>
                  </a:lnTo>
                  <a:close/>
                </a:path>
                <a:path w="1828800" h="1580515">
                  <a:moveTo>
                    <a:pt x="1381269" y="114681"/>
                  </a:moveTo>
                  <a:lnTo>
                    <a:pt x="1365427" y="114681"/>
                  </a:lnTo>
                  <a:lnTo>
                    <a:pt x="1732292" y="742315"/>
                  </a:lnTo>
                  <a:lnTo>
                    <a:pt x="1722167" y="751642"/>
                  </a:lnTo>
                  <a:lnTo>
                    <a:pt x="1714390" y="762992"/>
                  </a:lnTo>
                  <a:lnTo>
                    <a:pt x="1709402" y="775992"/>
                  </a:lnTo>
                  <a:lnTo>
                    <a:pt x="1707641" y="790270"/>
                  </a:lnTo>
                  <a:lnTo>
                    <a:pt x="1709402" y="804534"/>
                  </a:lnTo>
                  <a:lnTo>
                    <a:pt x="1714390" y="817529"/>
                  </a:lnTo>
                  <a:lnTo>
                    <a:pt x="1722167" y="828873"/>
                  </a:lnTo>
                  <a:lnTo>
                    <a:pt x="1732292" y="838187"/>
                  </a:lnTo>
                  <a:lnTo>
                    <a:pt x="1365465" y="1465795"/>
                  </a:lnTo>
                  <a:lnTo>
                    <a:pt x="1381294" y="1465795"/>
                  </a:lnTo>
                  <a:lnTo>
                    <a:pt x="1744083" y="845108"/>
                  </a:lnTo>
                  <a:lnTo>
                    <a:pt x="1792231" y="845108"/>
                  </a:lnTo>
                  <a:lnTo>
                    <a:pt x="1811054" y="832572"/>
                  </a:lnTo>
                  <a:lnTo>
                    <a:pt x="1824038" y="813554"/>
                  </a:lnTo>
                  <a:lnTo>
                    <a:pt x="1828800" y="790270"/>
                  </a:lnTo>
                  <a:lnTo>
                    <a:pt x="1824038" y="766973"/>
                  </a:lnTo>
                  <a:lnTo>
                    <a:pt x="1811054" y="747952"/>
                  </a:lnTo>
                  <a:lnTo>
                    <a:pt x="1792233" y="735418"/>
                  </a:lnTo>
                  <a:lnTo>
                    <a:pt x="1744090" y="735418"/>
                  </a:lnTo>
                  <a:lnTo>
                    <a:pt x="1381269" y="114681"/>
                  </a:lnTo>
                  <a:close/>
                </a:path>
                <a:path w="1828800" h="1580515">
                  <a:moveTo>
                    <a:pt x="69176" y="730427"/>
                  </a:moveTo>
                  <a:lnTo>
                    <a:pt x="60578" y="730427"/>
                  </a:lnTo>
                  <a:lnTo>
                    <a:pt x="37006" y="735129"/>
                  </a:lnTo>
                  <a:lnTo>
                    <a:pt x="17749" y="747952"/>
                  </a:lnTo>
                  <a:lnTo>
                    <a:pt x="4763" y="766973"/>
                  </a:lnTo>
                  <a:lnTo>
                    <a:pt x="0" y="790270"/>
                  </a:lnTo>
                  <a:lnTo>
                    <a:pt x="4763" y="813554"/>
                  </a:lnTo>
                  <a:lnTo>
                    <a:pt x="17749" y="832572"/>
                  </a:lnTo>
                  <a:lnTo>
                    <a:pt x="37006" y="845396"/>
                  </a:lnTo>
                  <a:lnTo>
                    <a:pt x="60578" y="850099"/>
                  </a:lnTo>
                  <a:lnTo>
                    <a:pt x="69151" y="850099"/>
                  </a:lnTo>
                  <a:lnTo>
                    <a:pt x="77304" y="848296"/>
                  </a:lnTo>
                  <a:lnTo>
                    <a:pt x="84708" y="845108"/>
                  </a:lnTo>
                  <a:lnTo>
                    <a:pt x="100553" y="845108"/>
                  </a:lnTo>
                  <a:lnTo>
                    <a:pt x="96507" y="838187"/>
                  </a:lnTo>
                  <a:lnTo>
                    <a:pt x="106632" y="828873"/>
                  </a:lnTo>
                  <a:lnTo>
                    <a:pt x="114409" y="817529"/>
                  </a:lnTo>
                  <a:lnTo>
                    <a:pt x="119397" y="804534"/>
                  </a:lnTo>
                  <a:lnTo>
                    <a:pt x="121157" y="790270"/>
                  </a:lnTo>
                  <a:lnTo>
                    <a:pt x="119401" y="775992"/>
                  </a:lnTo>
                  <a:lnTo>
                    <a:pt x="114422" y="762992"/>
                  </a:lnTo>
                  <a:lnTo>
                    <a:pt x="106651" y="751642"/>
                  </a:lnTo>
                  <a:lnTo>
                    <a:pt x="96507" y="742315"/>
                  </a:lnTo>
                  <a:lnTo>
                    <a:pt x="100538" y="735418"/>
                  </a:lnTo>
                  <a:lnTo>
                    <a:pt x="84708" y="735418"/>
                  </a:lnTo>
                  <a:lnTo>
                    <a:pt x="77317" y="732231"/>
                  </a:lnTo>
                  <a:lnTo>
                    <a:pt x="69176" y="730427"/>
                  </a:lnTo>
                  <a:close/>
                </a:path>
                <a:path w="1828800" h="1580515">
                  <a:moveTo>
                    <a:pt x="1792231" y="845108"/>
                  </a:moveTo>
                  <a:lnTo>
                    <a:pt x="1744120" y="845108"/>
                  </a:lnTo>
                  <a:lnTo>
                    <a:pt x="1751595" y="848296"/>
                  </a:lnTo>
                  <a:lnTo>
                    <a:pt x="1759623" y="850099"/>
                  </a:lnTo>
                  <a:lnTo>
                    <a:pt x="1768220" y="850099"/>
                  </a:lnTo>
                  <a:lnTo>
                    <a:pt x="1791798" y="845396"/>
                  </a:lnTo>
                  <a:lnTo>
                    <a:pt x="1792231" y="845108"/>
                  </a:lnTo>
                  <a:close/>
                </a:path>
                <a:path w="1828800" h="1580515">
                  <a:moveTo>
                    <a:pt x="487489" y="0"/>
                  </a:moveTo>
                  <a:lnTo>
                    <a:pt x="463916" y="4703"/>
                  </a:lnTo>
                  <a:lnTo>
                    <a:pt x="444660" y="17527"/>
                  </a:lnTo>
                  <a:lnTo>
                    <a:pt x="431673" y="36545"/>
                  </a:lnTo>
                  <a:lnTo>
                    <a:pt x="426910" y="59829"/>
                  </a:lnTo>
                  <a:lnTo>
                    <a:pt x="428672" y="74111"/>
                  </a:lnTo>
                  <a:lnTo>
                    <a:pt x="433663" y="87117"/>
                  </a:lnTo>
                  <a:lnTo>
                    <a:pt x="441443" y="98468"/>
                  </a:lnTo>
                  <a:lnTo>
                    <a:pt x="451561" y="107784"/>
                  </a:lnTo>
                  <a:lnTo>
                    <a:pt x="84708" y="735418"/>
                  </a:lnTo>
                  <a:lnTo>
                    <a:pt x="100538" y="735418"/>
                  </a:lnTo>
                  <a:lnTo>
                    <a:pt x="463372" y="114681"/>
                  </a:lnTo>
                  <a:lnTo>
                    <a:pt x="510941" y="114681"/>
                  </a:lnTo>
                  <a:lnTo>
                    <a:pt x="527800" y="104333"/>
                  </a:lnTo>
                  <a:lnTo>
                    <a:pt x="540940" y="87503"/>
                  </a:lnTo>
                  <a:lnTo>
                    <a:pt x="547395" y="66649"/>
                  </a:lnTo>
                  <a:lnTo>
                    <a:pt x="1401061" y="66649"/>
                  </a:lnTo>
                  <a:lnTo>
                    <a:pt x="1401902" y="59829"/>
                  </a:lnTo>
                  <a:lnTo>
                    <a:pt x="1400525" y="53098"/>
                  </a:lnTo>
                  <a:lnTo>
                    <a:pt x="547395" y="53098"/>
                  </a:lnTo>
                  <a:lnTo>
                    <a:pt x="540958" y="32211"/>
                  </a:lnTo>
                  <a:lnTo>
                    <a:pt x="527819" y="15357"/>
                  </a:lnTo>
                  <a:lnTo>
                    <a:pt x="509492" y="4099"/>
                  </a:lnTo>
                  <a:lnTo>
                    <a:pt x="487489" y="0"/>
                  </a:lnTo>
                  <a:close/>
                </a:path>
                <a:path w="1828800" h="1580515">
                  <a:moveTo>
                    <a:pt x="1768220" y="730427"/>
                  </a:moveTo>
                  <a:lnTo>
                    <a:pt x="1759623" y="730427"/>
                  </a:lnTo>
                  <a:lnTo>
                    <a:pt x="1751495" y="732231"/>
                  </a:lnTo>
                  <a:lnTo>
                    <a:pt x="1744090" y="735418"/>
                  </a:lnTo>
                  <a:lnTo>
                    <a:pt x="1792233" y="735418"/>
                  </a:lnTo>
                  <a:lnTo>
                    <a:pt x="1791798" y="735129"/>
                  </a:lnTo>
                  <a:lnTo>
                    <a:pt x="1768220" y="730427"/>
                  </a:lnTo>
                  <a:close/>
                </a:path>
                <a:path w="1828800" h="1580515">
                  <a:moveTo>
                    <a:pt x="510941" y="114681"/>
                  </a:moveTo>
                  <a:lnTo>
                    <a:pt x="463372" y="114681"/>
                  </a:lnTo>
                  <a:lnTo>
                    <a:pt x="470763" y="117868"/>
                  </a:lnTo>
                  <a:lnTo>
                    <a:pt x="478904" y="119672"/>
                  </a:lnTo>
                  <a:lnTo>
                    <a:pt x="487489" y="119672"/>
                  </a:lnTo>
                  <a:lnTo>
                    <a:pt x="509481" y="115577"/>
                  </a:lnTo>
                  <a:lnTo>
                    <a:pt x="510941" y="114681"/>
                  </a:lnTo>
                  <a:close/>
                </a:path>
                <a:path w="1828800" h="1580515">
                  <a:moveTo>
                    <a:pt x="1401061" y="66649"/>
                  </a:moveTo>
                  <a:lnTo>
                    <a:pt x="1281430" y="66649"/>
                  </a:lnTo>
                  <a:lnTo>
                    <a:pt x="1287764" y="87117"/>
                  </a:lnTo>
                  <a:lnTo>
                    <a:pt x="1287884" y="87503"/>
                  </a:lnTo>
                  <a:lnTo>
                    <a:pt x="1301024" y="104333"/>
                  </a:lnTo>
                  <a:lnTo>
                    <a:pt x="1319343" y="115577"/>
                  </a:lnTo>
                  <a:lnTo>
                    <a:pt x="1341335" y="119672"/>
                  </a:lnTo>
                  <a:lnTo>
                    <a:pt x="1349895" y="119672"/>
                  </a:lnTo>
                  <a:lnTo>
                    <a:pt x="1358036" y="117868"/>
                  </a:lnTo>
                  <a:lnTo>
                    <a:pt x="1365427" y="114681"/>
                  </a:lnTo>
                  <a:lnTo>
                    <a:pt x="1381269" y="114681"/>
                  </a:lnTo>
                  <a:lnTo>
                    <a:pt x="1377238" y="107784"/>
                  </a:lnTo>
                  <a:lnTo>
                    <a:pt x="1387371" y="98468"/>
                  </a:lnTo>
                  <a:lnTo>
                    <a:pt x="1395152" y="87117"/>
                  </a:lnTo>
                  <a:lnTo>
                    <a:pt x="1400141" y="74111"/>
                  </a:lnTo>
                  <a:lnTo>
                    <a:pt x="1401061" y="66649"/>
                  </a:lnTo>
                  <a:close/>
                </a:path>
                <a:path w="1828800" h="1580515">
                  <a:moveTo>
                    <a:pt x="1341335" y="0"/>
                  </a:moveTo>
                  <a:lnTo>
                    <a:pt x="1319327" y="4099"/>
                  </a:lnTo>
                  <a:lnTo>
                    <a:pt x="1301000" y="15357"/>
                  </a:lnTo>
                  <a:lnTo>
                    <a:pt x="1287864" y="32211"/>
                  </a:lnTo>
                  <a:lnTo>
                    <a:pt x="1281430" y="53098"/>
                  </a:lnTo>
                  <a:lnTo>
                    <a:pt x="1400525" y="53098"/>
                  </a:lnTo>
                  <a:lnTo>
                    <a:pt x="1397141" y="36545"/>
                  </a:lnTo>
                  <a:lnTo>
                    <a:pt x="1384158" y="17527"/>
                  </a:lnTo>
                  <a:lnTo>
                    <a:pt x="1364906" y="4703"/>
                  </a:lnTo>
                  <a:lnTo>
                    <a:pt x="1341335" y="0"/>
                  </a:lnTo>
                  <a:close/>
                </a:path>
              </a:pathLst>
            </a:custGeom>
            <a:solidFill>
              <a:srgbClr val="2A6A83"/>
            </a:solidFill>
          </p:spPr>
          <p:txBody>
            <a:bodyPr wrap="square" lIns="0" tIns="0" rIns="0" bIns="0" rtlCol="0"/>
            <a:lstStyle/>
            <a:p>
              <a:endParaRPr/>
            </a:p>
          </p:txBody>
        </p:sp>
        <p:pic>
          <p:nvPicPr>
            <p:cNvPr id="15" name="object 15"/>
            <p:cNvPicPr/>
            <p:nvPr/>
          </p:nvPicPr>
          <p:blipFill>
            <a:blip r:embed="rId4" cstate="print"/>
            <a:stretch>
              <a:fillRect/>
            </a:stretch>
          </p:blipFill>
          <p:spPr>
            <a:xfrm>
              <a:off x="8410473" y="5515757"/>
              <a:ext cx="184886" cy="208536"/>
            </a:xfrm>
            <a:prstGeom prst="rect">
              <a:avLst/>
            </a:prstGeom>
          </p:spPr>
        </p:pic>
        <p:pic>
          <p:nvPicPr>
            <p:cNvPr id="16" name="object 16"/>
            <p:cNvPicPr/>
            <p:nvPr/>
          </p:nvPicPr>
          <p:blipFill>
            <a:blip r:embed="rId5" cstate="print"/>
            <a:stretch>
              <a:fillRect/>
            </a:stretch>
          </p:blipFill>
          <p:spPr>
            <a:xfrm>
              <a:off x="8410473" y="6038728"/>
              <a:ext cx="184886" cy="208545"/>
            </a:xfrm>
            <a:prstGeom prst="rect">
              <a:avLst/>
            </a:prstGeom>
          </p:spPr>
        </p:pic>
        <p:sp>
          <p:nvSpPr>
            <p:cNvPr id="17" name="object 17"/>
            <p:cNvSpPr/>
            <p:nvPr/>
          </p:nvSpPr>
          <p:spPr>
            <a:xfrm>
              <a:off x="8009179" y="5679846"/>
              <a:ext cx="554355" cy="448945"/>
            </a:xfrm>
            <a:custGeom>
              <a:avLst/>
              <a:gdLst/>
              <a:ahLst/>
              <a:cxnLst/>
              <a:rect l="l" t="t" r="r" b="b"/>
              <a:pathLst>
                <a:path w="554354" h="448945">
                  <a:moveTo>
                    <a:pt x="441477" y="224396"/>
                  </a:moveTo>
                  <a:lnTo>
                    <a:pt x="437019" y="180251"/>
                  </a:lnTo>
                  <a:lnTo>
                    <a:pt x="436918" y="179235"/>
                  </a:lnTo>
                  <a:lnTo>
                    <a:pt x="423964" y="137134"/>
                  </a:lnTo>
                  <a:lnTo>
                    <a:pt x="417207" y="124548"/>
                  </a:lnTo>
                  <a:lnTo>
                    <a:pt x="417207" y="224396"/>
                  </a:lnTo>
                  <a:lnTo>
                    <a:pt x="413524" y="263715"/>
                  </a:lnTo>
                  <a:lnTo>
                    <a:pt x="402513" y="300964"/>
                  </a:lnTo>
                  <a:lnTo>
                    <a:pt x="384530" y="335254"/>
                  </a:lnTo>
                  <a:lnTo>
                    <a:pt x="359968" y="365760"/>
                  </a:lnTo>
                  <a:lnTo>
                    <a:pt x="329984" y="390829"/>
                  </a:lnTo>
                  <a:lnTo>
                    <a:pt x="296303" y="409168"/>
                  </a:lnTo>
                  <a:lnTo>
                    <a:pt x="259715" y="420433"/>
                  </a:lnTo>
                  <a:lnTo>
                    <a:pt x="221056" y="424268"/>
                  </a:lnTo>
                  <a:lnTo>
                    <a:pt x="176034" y="418985"/>
                  </a:lnTo>
                  <a:lnTo>
                    <a:pt x="134645" y="403936"/>
                  </a:lnTo>
                  <a:lnTo>
                    <a:pt x="98082" y="380339"/>
                  </a:lnTo>
                  <a:lnTo>
                    <a:pt x="67538" y="349377"/>
                  </a:lnTo>
                  <a:lnTo>
                    <a:pt x="44208" y="312267"/>
                  </a:lnTo>
                  <a:lnTo>
                    <a:pt x="29286" y="270205"/>
                  </a:lnTo>
                  <a:lnTo>
                    <a:pt x="23952" y="224396"/>
                  </a:lnTo>
                  <a:lnTo>
                    <a:pt x="27622" y="185064"/>
                  </a:lnTo>
                  <a:lnTo>
                    <a:pt x="38646" y="147828"/>
                  </a:lnTo>
                  <a:lnTo>
                    <a:pt x="56616" y="113525"/>
                  </a:lnTo>
                  <a:lnTo>
                    <a:pt x="81191" y="83019"/>
                  </a:lnTo>
                  <a:lnTo>
                    <a:pt x="111163" y="57950"/>
                  </a:lnTo>
                  <a:lnTo>
                    <a:pt x="144856" y="39611"/>
                  </a:lnTo>
                  <a:lnTo>
                    <a:pt x="181432" y="28346"/>
                  </a:lnTo>
                  <a:lnTo>
                    <a:pt x="220091" y="24511"/>
                  </a:lnTo>
                  <a:lnTo>
                    <a:pt x="265112" y="29794"/>
                  </a:lnTo>
                  <a:lnTo>
                    <a:pt x="306501" y="44843"/>
                  </a:lnTo>
                  <a:lnTo>
                    <a:pt x="343065" y="68440"/>
                  </a:lnTo>
                  <a:lnTo>
                    <a:pt x="373608" y="99402"/>
                  </a:lnTo>
                  <a:lnTo>
                    <a:pt x="396938" y="136525"/>
                  </a:lnTo>
                  <a:lnTo>
                    <a:pt x="411873" y="178587"/>
                  </a:lnTo>
                  <a:lnTo>
                    <a:pt x="417207" y="224396"/>
                  </a:lnTo>
                  <a:lnTo>
                    <a:pt x="417207" y="124548"/>
                  </a:lnTo>
                  <a:lnTo>
                    <a:pt x="376453" y="65798"/>
                  </a:lnTo>
                  <a:lnTo>
                    <a:pt x="343687" y="38379"/>
                  </a:lnTo>
                  <a:lnTo>
                    <a:pt x="306146" y="17665"/>
                  </a:lnTo>
                  <a:lnTo>
                    <a:pt x="264693" y="4572"/>
                  </a:lnTo>
                  <a:lnTo>
                    <a:pt x="220256" y="0"/>
                  </a:lnTo>
                  <a:lnTo>
                    <a:pt x="176847" y="4305"/>
                  </a:lnTo>
                  <a:lnTo>
                    <a:pt x="135763" y="16979"/>
                  </a:lnTo>
                  <a:lnTo>
                    <a:pt x="97942" y="37579"/>
                  </a:lnTo>
                  <a:lnTo>
                    <a:pt x="64211" y="65798"/>
                  </a:lnTo>
                  <a:lnTo>
                    <a:pt x="36690" y="99910"/>
                  </a:lnTo>
                  <a:lnTo>
                    <a:pt x="16535" y="138430"/>
                  </a:lnTo>
                  <a:lnTo>
                    <a:pt x="4191" y="180251"/>
                  </a:lnTo>
                  <a:lnTo>
                    <a:pt x="0" y="224396"/>
                  </a:lnTo>
                  <a:lnTo>
                    <a:pt x="4457" y="268541"/>
                  </a:lnTo>
                  <a:lnTo>
                    <a:pt x="4559" y="269557"/>
                  </a:lnTo>
                  <a:lnTo>
                    <a:pt x="17513" y="311645"/>
                  </a:lnTo>
                  <a:lnTo>
                    <a:pt x="37973" y="349758"/>
                  </a:lnTo>
                  <a:lnTo>
                    <a:pt x="62877" y="380339"/>
                  </a:lnTo>
                  <a:lnTo>
                    <a:pt x="97777" y="410400"/>
                  </a:lnTo>
                  <a:lnTo>
                    <a:pt x="135331" y="431114"/>
                  </a:lnTo>
                  <a:lnTo>
                    <a:pt x="176784" y="444207"/>
                  </a:lnTo>
                  <a:lnTo>
                    <a:pt x="221221" y="448779"/>
                  </a:lnTo>
                  <a:lnTo>
                    <a:pt x="264629" y="444461"/>
                  </a:lnTo>
                  <a:lnTo>
                    <a:pt x="305714" y="431800"/>
                  </a:lnTo>
                  <a:lnTo>
                    <a:pt x="343535" y="411200"/>
                  </a:lnTo>
                  <a:lnTo>
                    <a:pt x="377177" y="383082"/>
                  </a:lnTo>
                  <a:lnTo>
                    <a:pt x="404787" y="348856"/>
                  </a:lnTo>
                  <a:lnTo>
                    <a:pt x="424942" y="310349"/>
                  </a:lnTo>
                  <a:lnTo>
                    <a:pt x="437286" y="268541"/>
                  </a:lnTo>
                  <a:lnTo>
                    <a:pt x="441477" y="224396"/>
                  </a:lnTo>
                  <a:close/>
                </a:path>
                <a:path w="554354" h="448945">
                  <a:moveTo>
                    <a:pt x="553859" y="224396"/>
                  </a:moveTo>
                  <a:lnTo>
                    <a:pt x="550849" y="179819"/>
                  </a:lnTo>
                  <a:lnTo>
                    <a:pt x="542163" y="136220"/>
                  </a:lnTo>
                  <a:lnTo>
                    <a:pt x="528002" y="94208"/>
                  </a:lnTo>
                  <a:lnTo>
                    <a:pt x="508520" y="54419"/>
                  </a:lnTo>
                  <a:lnTo>
                    <a:pt x="487781" y="66840"/>
                  </a:lnTo>
                  <a:lnTo>
                    <a:pt x="505866" y="103733"/>
                  </a:lnTo>
                  <a:lnTo>
                    <a:pt x="519010" y="142671"/>
                  </a:lnTo>
                  <a:lnTo>
                    <a:pt x="527037" y="183083"/>
                  </a:lnTo>
                  <a:lnTo>
                    <a:pt x="529742" y="224396"/>
                  </a:lnTo>
                  <a:lnTo>
                    <a:pt x="528777" y="249656"/>
                  </a:lnTo>
                  <a:lnTo>
                    <a:pt x="525881" y="274637"/>
                  </a:lnTo>
                  <a:lnTo>
                    <a:pt x="521055" y="299262"/>
                  </a:lnTo>
                  <a:lnTo>
                    <a:pt x="514299" y="323430"/>
                  </a:lnTo>
                  <a:lnTo>
                    <a:pt x="537298" y="331114"/>
                  </a:lnTo>
                  <a:lnTo>
                    <a:pt x="544576" y="305079"/>
                  </a:lnTo>
                  <a:lnTo>
                    <a:pt x="549744" y="278549"/>
                  </a:lnTo>
                  <a:lnTo>
                    <a:pt x="552831" y="251612"/>
                  </a:lnTo>
                  <a:lnTo>
                    <a:pt x="553859" y="224396"/>
                  </a:lnTo>
                  <a:close/>
                </a:path>
              </a:pathLst>
            </a:custGeom>
            <a:solidFill>
              <a:srgbClr val="2A6A83"/>
            </a:solidFill>
          </p:spPr>
          <p:txBody>
            <a:bodyPr wrap="square" lIns="0" tIns="0" rIns="0" bIns="0" rtlCol="0"/>
            <a:lstStyle/>
            <a:p>
              <a:endParaRPr/>
            </a:p>
          </p:txBody>
        </p:sp>
        <p:pic>
          <p:nvPicPr>
            <p:cNvPr id="18" name="object 18"/>
            <p:cNvPicPr/>
            <p:nvPr/>
          </p:nvPicPr>
          <p:blipFill>
            <a:blip r:embed="rId6" cstate="print"/>
            <a:stretch>
              <a:fillRect/>
            </a:stretch>
          </p:blipFill>
          <p:spPr>
            <a:xfrm>
              <a:off x="7863843" y="5515757"/>
              <a:ext cx="184886" cy="208536"/>
            </a:xfrm>
            <a:prstGeom prst="rect">
              <a:avLst/>
            </a:prstGeom>
          </p:spPr>
        </p:pic>
        <p:pic>
          <p:nvPicPr>
            <p:cNvPr id="19" name="object 19"/>
            <p:cNvPicPr/>
            <p:nvPr/>
          </p:nvPicPr>
          <p:blipFill>
            <a:blip r:embed="rId7" cstate="print"/>
            <a:stretch>
              <a:fillRect/>
            </a:stretch>
          </p:blipFill>
          <p:spPr>
            <a:xfrm>
              <a:off x="7863843" y="6038728"/>
              <a:ext cx="184886" cy="208545"/>
            </a:xfrm>
            <a:prstGeom prst="rect">
              <a:avLst/>
            </a:prstGeom>
          </p:spPr>
        </p:pic>
        <p:sp>
          <p:nvSpPr>
            <p:cNvPr id="20" name="object 20"/>
            <p:cNvSpPr/>
            <p:nvPr/>
          </p:nvSpPr>
          <p:spPr>
            <a:xfrm>
              <a:off x="7895336" y="5564784"/>
              <a:ext cx="527685" cy="678815"/>
            </a:xfrm>
            <a:custGeom>
              <a:avLst/>
              <a:gdLst/>
              <a:ahLst/>
              <a:cxnLst/>
              <a:rect l="l" t="t" r="r" b="b"/>
              <a:pathLst>
                <a:path w="527684" h="678814">
                  <a:moveTo>
                    <a:pt x="66078" y="181902"/>
                  </a:moveTo>
                  <a:lnTo>
                    <a:pt x="25781" y="209346"/>
                  </a:lnTo>
                  <a:lnTo>
                    <a:pt x="11582" y="251345"/>
                  </a:lnTo>
                  <a:lnTo>
                    <a:pt x="2933" y="294906"/>
                  </a:lnTo>
                  <a:lnTo>
                    <a:pt x="0" y="339458"/>
                  </a:lnTo>
                  <a:lnTo>
                    <a:pt x="1054" y="366674"/>
                  </a:lnTo>
                  <a:lnTo>
                    <a:pt x="4203" y="393611"/>
                  </a:lnTo>
                  <a:lnTo>
                    <a:pt x="9436" y="420141"/>
                  </a:lnTo>
                  <a:lnTo>
                    <a:pt x="16725" y="446176"/>
                  </a:lnTo>
                  <a:lnTo>
                    <a:pt x="39547" y="438492"/>
                  </a:lnTo>
                  <a:lnTo>
                    <a:pt x="32804" y="414426"/>
                  </a:lnTo>
                  <a:lnTo>
                    <a:pt x="27978" y="389826"/>
                  </a:lnTo>
                  <a:lnTo>
                    <a:pt x="25082" y="364807"/>
                  </a:lnTo>
                  <a:lnTo>
                    <a:pt x="24117" y="339458"/>
                  </a:lnTo>
                  <a:lnTo>
                    <a:pt x="26911" y="298170"/>
                  </a:lnTo>
                  <a:lnTo>
                    <a:pt x="34912" y="257797"/>
                  </a:lnTo>
                  <a:lnTo>
                    <a:pt x="48018" y="218859"/>
                  </a:lnTo>
                  <a:lnTo>
                    <a:pt x="66078" y="181902"/>
                  </a:lnTo>
                  <a:close/>
                </a:path>
                <a:path w="527684" h="678814">
                  <a:moveTo>
                    <a:pt x="484416" y="642454"/>
                  </a:moveTo>
                  <a:lnTo>
                    <a:pt x="473646" y="620547"/>
                  </a:lnTo>
                  <a:lnTo>
                    <a:pt x="440690" y="635038"/>
                  </a:lnTo>
                  <a:lnTo>
                    <a:pt x="406565" y="645414"/>
                  </a:lnTo>
                  <a:lnTo>
                    <a:pt x="371411" y="651649"/>
                  </a:lnTo>
                  <a:lnTo>
                    <a:pt x="335381" y="653732"/>
                  </a:lnTo>
                  <a:lnTo>
                    <a:pt x="332651" y="653732"/>
                  </a:lnTo>
                  <a:lnTo>
                    <a:pt x="296557" y="651649"/>
                  </a:lnTo>
                  <a:lnTo>
                    <a:pt x="261404" y="645439"/>
                  </a:lnTo>
                  <a:lnTo>
                    <a:pt x="227317" y="635114"/>
                  </a:lnTo>
                  <a:lnTo>
                    <a:pt x="194386" y="620712"/>
                  </a:lnTo>
                  <a:lnTo>
                    <a:pt x="183616" y="642620"/>
                  </a:lnTo>
                  <a:lnTo>
                    <a:pt x="219138" y="658177"/>
                  </a:lnTo>
                  <a:lnTo>
                    <a:pt x="255905" y="669315"/>
                  </a:lnTo>
                  <a:lnTo>
                    <a:pt x="293789" y="676008"/>
                  </a:lnTo>
                  <a:lnTo>
                    <a:pt x="332651" y="678243"/>
                  </a:lnTo>
                  <a:lnTo>
                    <a:pt x="335381" y="678243"/>
                  </a:lnTo>
                  <a:lnTo>
                    <a:pt x="374243" y="675982"/>
                  </a:lnTo>
                  <a:lnTo>
                    <a:pt x="412127" y="669239"/>
                  </a:lnTo>
                  <a:lnTo>
                    <a:pt x="448906" y="658050"/>
                  </a:lnTo>
                  <a:lnTo>
                    <a:pt x="484416" y="642454"/>
                  </a:lnTo>
                  <a:close/>
                </a:path>
                <a:path w="527684" h="678814">
                  <a:moveTo>
                    <a:pt x="500824" y="45758"/>
                  </a:moveTo>
                  <a:lnTo>
                    <a:pt x="461772" y="26136"/>
                  </a:lnTo>
                  <a:lnTo>
                    <a:pt x="420484" y="11747"/>
                  </a:lnTo>
                  <a:lnTo>
                    <a:pt x="377799" y="2971"/>
                  </a:lnTo>
                  <a:lnTo>
                    <a:pt x="334264" y="0"/>
                  </a:lnTo>
                  <a:lnTo>
                    <a:pt x="333463" y="0"/>
                  </a:lnTo>
                  <a:lnTo>
                    <a:pt x="290017" y="2971"/>
                  </a:lnTo>
                  <a:lnTo>
                    <a:pt x="247396" y="11747"/>
                  </a:lnTo>
                  <a:lnTo>
                    <a:pt x="206171" y="26136"/>
                  </a:lnTo>
                  <a:lnTo>
                    <a:pt x="166903" y="45923"/>
                  </a:lnTo>
                  <a:lnTo>
                    <a:pt x="178917" y="67106"/>
                  </a:lnTo>
                  <a:lnTo>
                    <a:pt x="215328" y="48780"/>
                  </a:lnTo>
                  <a:lnTo>
                    <a:pt x="253695" y="35420"/>
                  </a:lnTo>
                  <a:lnTo>
                    <a:pt x="293344" y="27279"/>
                  </a:lnTo>
                  <a:lnTo>
                    <a:pt x="333781" y="24511"/>
                  </a:lnTo>
                  <a:lnTo>
                    <a:pt x="374675" y="27279"/>
                  </a:lnTo>
                  <a:lnTo>
                    <a:pt x="374421" y="27279"/>
                  </a:lnTo>
                  <a:lnTo>
                    <a:pt x="414388" y="35420"/>
                  </a:lnTo>
                  <a:lnTo>
                    <a:pt x="414223" y="35420"/>
                  </a:lnTo>
                  <a:lnTo>
                    <a:pt x="452310" y="48653"/>
                  </a:lnTo>
                  <a:lnTo>
                    <a:pt x="488759" y="67017"/>
                  </a:lnTo>
                  <a:lnTo>
                    <a:pt x="500722" y="45923"/>
                  </a:lnTo>
                  <a:lnTo>
                    <a:pt x="500824" y="45758"/>
                  </a:lnTo>
                  <a:close/>
                </a:path>
                <a:path w="527684" h="678814">
                  <a:moveTo>
                    <a:pt x="527177" y="245148"/>
                  </a:moveTo>
                  <a:lnTo>
                    <a:pt x="446722" y="245148"/>
                  </a:lnTo>
                  <a:lnTo>
                    <a:pt x="442048" y="224866"/>
                  </a:lnTo>
                  <a:lnTo>
                    <a:pt x="434733" y="207746"/>
                  </a:lnTo>
                  <a:lnTo>
                    <a:pt x="434733" y="339128"/>
                  </a:lnTo>
                  <a:lnTo>
                    <a:pt x="429501" y="401624"/>
                  </a:lnTo>
                  <a:lnTo>
                    <a:pt x="427659" y="408571"/>
                  </a:lnTo>
                  <a:lnTo>
                    <a:pt x="421182" y="408571"/>
                  </a:lnTo>
                  <a:lnTo>
                    <a:pt x="421182" y="433082"/>
                  </a:lnTo>
                  <a:lnTo>
                    <a:pt x="414997" y="456476"/>
                  </a:lnTo>
                  <a:lnTo>
                    <a:pt x="393026" y="500113"/>
                  </a:lnTo>
                  <a:lnTo>
                    <a:pt x="365404" y="528929"/>
                  </a:lnTo>
                  <a:lnTo>
                    <a:pt x="346329" y="535241"/>
                  </a:lnTo>
                  <a:lnTo>
                    <a:pt x="346329" y="433082"/>
                  </a:lnTo>
                  <a:lnTo>
                    <a:pt x="421182" y="433082"/>
                  </a:lnTo>
                  <a:lnTo>
                    <a:pt x="421182" y="408571"/>
                  </a:lnTo>
                  <a:lnTo>
                    <a:pt x="346329" y="408571"/>
                  </a:lnTo>
                  <a:lnTo>
                    <a:pt x="346329" y="269659"/>
                  </a:lnTo>
                  <a:lnTo>
                    <a:pt x="427647" y="269659"/>
                  </a:lnTo>
                  <a:lnTo>
                    <a:pt x="429501" y="276631"/>
                  </a:lnTo>
                  <a:lnTo>
                    <a:pt x="434733" y="339128"/>
                  </a:lnTo>
                  <a:lnTo>
                    <a:pt x="434733" y="207746"/>
                  </a:lnTo>
                  <a:lnTo>
                    <a:pt x="422681" y="179514"/>
                  </a:lnTo>
                  <a:lnTo>
                    <a:pt x="421170" y="177431"/>
                  </a:lnTo>
                  <a:lnTo>
                    <a:pt x="421170" y="245148"/>
                  </a:lnTo>
                  <a:lnTo>
                    <a:pt x="346329" y="245148"/>
                  </a:lnTo>
                  <a:lnTo>
                    <a:pt x="346329" y="143027"/>
                  </a:lnTo>
                  <a:lnTo>
                    <a:pt x="365404" y="149326"/>
                  </a:lnTo>
                  <a:lnTo>
                    <a:pt x="393026" y="178142"/>
                  </a:lnTo>
                  <a:lnTo>
                    <a:pt x="414997" y="221780"/>
                  </a:lnTo>
                  <a:lnTo>
                    <a:pt x="421170" y="245148"/>
                  </a:lnTo>
                  <a:lnTo>
                    <a:pt x="421170" y="177431"/>
                  </a:lnTo>
                  <a:lnTo>
                    <a:pt x="397471" y="144665"/>
                  </a:lnTo>
                  <a:lnTo>
                    <a:pt x="389775" y="138925"/>
                  </a:lnTo>
                  <a:lnTo>
                    <a:pt x="367525" y="122313"/>
                  </a:lnTo>
                  <a:lnTo>
                    <a:pt x="333933" y="114414"/>
                  </a:lnTo>
                  <a:lnTo>
                    <a:pt x="322211" y="117182"/>
                  </a:lnTo>
                  <a:lnTo>
                    <a:pt x="322211" y="142811"/>
                  </a:lnTo>
                  <a:lnTo>
                    <a:pt x="322211" y="245148"/>
                  </a:lnTo>
                  <a:lnTo>
                    <a:pt x="322211" y="269659"/>
                  </a:lnTo>
                  <a:lnTo>
                    <a:pt x="322211" y="408571"/>
                  </a:lnTo>
                  <a:lnTo>
                    <a:pt x="322211" y="433082"/>
                  </a:lnTo>
                  <a:lnTo>
                    <a:pt x="322211" y="535457"/>
                  </a:lnTo>
                  <a:lnTo>
                    <a:pt x="302463" y="528929"/>
                  </a:lnTo>
                  <a:lnTo>
                    <a:pt x="274840" y="500113"/>
                  </a:lnTo>
                  <a:lnTo>
                    <a:pt x="252869" y="456476"/>
                  </a:lnTo>
                  <a:lnTo>
                    <a:pt x="246672" y="433082"/>
                  </a:lnTo>
                  <a:lnTo>
                    <a:pt x="322211" y="433082"/>
                  </a:lnTo>
                  <a:lnTo>
                    <a:pt x="322211" y="408571"/>
                  </a:lnTo>
                  <a:lnTo>
                    <a:pt x="240195" y="408571"/>
                  </a:lnTo>
                  <a:lnTo>
                    <a:pt x="238366" y="401624"/>
                  </a:lnTo>
                  <a:lnTo>
                    <a:pt x="233133" y="339128"/>
                  </a:lnTo>
                  <a:lnTo>
                    <a:pt x="238366" y="276631"/>
                  </a:lnTo>
                  <a:lnTo>
                    <a:pt x="240207" y="269659"/>
                  </a:lnTo>
                  <a:lnTo>
                    <a:pt x="322211" y="269659"/>
                  </a:lnTo>
                  <a:lnTo>
                    <a:pt x="322211" y="245148"/>
                  </a:lnTo>
                  <a:lnTo>
                    <a:pt x="246684" y="245148"/>
                  </a:lnTo>
                  <a:lnTo>
                    <a:pt x="252869" y="221780"/>
                  </a:lnTo>
                  <a:lnTo>
                    <a:pt x="274840" y="178142"/>
                  </a:lnTo>
                  <a:lnTo>
                    <a:pt x="302463" y="149326"/>
                  </a:lnTo>
                  <a:lnTo>
                    <a:pt x="322211" y="142811"/>
                  </a:lnTo>
                  <a:lnTo>
                    <a:pt x="322211" y="117182"/>
                  </a:lnTo>
                  <a:lnTo>
                    <a:pt x="270395" y="144665"/>
                  </a:lnTo>
                  <a:lnTo>
                    <a:pt x="245186" y="179514"/>
                  </a:lnTo>
                  <a:lnTo>
                    <a:pt x="225831" y="224866"/>
                  </a:lnTo>
                  <a:lnTo>
                    <a:pt x="221145" y="245148"/>
                  </a:lnTo>
                  <a:lnTo>
                    <a:pt x="141338" y="245148"/>
                  </a:lnTo>
                  <a:lnTo>
                    <a:pt x="141338" y="269659"/>
                  </a:lnTo>
                  <a:lnTo>
                    <a:pt x="215480" y="269659"/>
                  </a:lnTo>
                  <a:lnTo>
                    <a:pt x="213398" y="278726"/>
                  </a:lnTo>
                  <a:lnTo>
                    <a:pt x="209016" y="339128"/>
                  </a:lnTo>
                  <a:lnTo>
                    <a:pt x="213398" y="399529"/>
                  </a:lnTo>
                  <a:lnTo>
                    <a:pt x="215480" y="408571"/>
                  </a:lnTo>
                  <a:lnTo>
                    <a:pt x="141338" y="408571"/>
                  </a:lnTo>
                  <a:lnTo>
                    <a:pt x="141338" y="433082"/>
                  </a:lnTo>
                  <a:lnTo>
                    <a:pt x="221132" y="433082"/>
                  </a:lnTo>
                  <a:lnTo>
                    <a:pt x="225831" y="453390"/>
                  </a:lnTo>
                  <a:lnTo>
                    <a:pt x="245186" y="498741"/>
                  </a:lnTo>
                  <a:lnTo>
                    <a:pt x="270395" y="533577"/>
                  </a:lnTo>
                  <a:lnTo>
                    <a:pt x="300342" y="555942"/>
                  </a:lnTo>
                  <a:lnTo>
                    <a:pt x="333933" y="563841"/>
                  </a:lnTo>
                  <a:lnTo>
                    <a:pt x="367525" y="555942"/>
                  </a:lnTo>
                  <a:lnTo>
                    <a:pt x="422681" y="498741"/>
                  </a:lnTo>
                  <a:lnTo>
                    <a:pt x="442048" y="453390"/>
                  </a:lnTo>
                  <a:lnTo>
                    <a:pt x="446722" y="433082"/>
                  </a:lnTo>
                  <a:lnTo>
                    <a:pt x="527177" y="433082"/>
                  </a:lnTo>
                  <a:lnTo>
                    <a:pt x="527177" y="408571"/>
                  </a:lnTo>
                  <a:lnTo>
                    <a:pt x="452374" y="408571"/>
                  </a:lnTo>
                  <a:lnTo>
                    <a:pt x="454469" y="399529"/>
                  </a:lnTo>
                  <a:lnTo>
                    <a:pt x="458851" y="339128"/>
                  </a:lnTo>
                  <a:lnTo>
                    <a:pt x="454469" y="278726"/>
                  </a:lnTo>
                  <a:lnTo>
                    <a:pt x="452374" y="269659"/>
                  </a:lnTo>
                  <a:lnTo>
                    <a:pt x="527177" y="269659"/>
                  </a:lnTo>
                  <a:lnTo>
                    <a:pt x="527177" y="245148"/>
                  </a:lnTo>
                  <a:close/>
                </a:path>
              </a:pathLst>
            </a:custGeom>
            <a:solidFill>
              <a:srgbClr val="2A6A83"/>
            </a:solidFill>
          </p:spPr>
          <p:txBody>
            <a:bodyPr wrap="square" lIns="0" tIns="0" rIns="0" bIns="0" rtlCol="0"/>
            <a:lstStyle/>
            <a:p>
              <a:endParaRPr/>
            </a:p>
          </p:txBody>
        </p:sp>
      </p:grpSp>
      <p:sp>
        <p:nvSpPr>
          <p:cNvPr id="21" name="object 2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2" name="object 22"/>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Profile Characteristics &amp; 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496870"/>
            <a:ext cx="4516120" cy="4780796"/>
          </a:xfrm>
          <a:prstGeom prst="rect">
            <a:avLst/>
          </a:prstGeom>
        </p:spPr>
        <p:txBody>
          <a:bodyPr vert="horz" wrap="square" lIns="0" tIns="60960" rIns="0" bIns="0" rtlCol="0">
            <a:spAutoFit/>
          </a:bodyPr>
          <a:lstStyle/>
          <a:p>
            <a:pPr marL="12700">
              <a:spcBef>
                <a:spcPts val="480"/>
              </a:spcBef>
            </a:pPr>
            <a:r>
              <a:rPr sz="12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p>
          <a:p>
            <a:pPr marL="12700">
              <a:spcBef>
                <a:spcPts val="570"/>
              </a:spcBef>
            </a:pPr>
            <a:r>
              <a:rPr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Fosters Innovation</a:t>
            </a:r>
          </a:p>
          <a:p>
            <a:pPr marL="241300" marR="328930" indent="-228600">
              <a:spcBef>
                <a:spcPts val="123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Emphasizes that it is everyone’s job to Kaizen to continuously improve their work.</a:t>
            </a:r>
          </a:p>
          <a:p>
            <a:pPr marL="241300" indent="-228600">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Encourages the team to take more shots on goal.</a:t>
            </a:r>
          </a:p>
          <a:p>
            <a:pPr marL="241300" marR="85090"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Reinforces the need to “fail fast - fail cheap” when experimenting with new ideas.</a:t>
            </a:r>
          </a:p>
          <a:p>
            <a:pPr marL="241300" marR="5080"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Scans the industry to identify new trends and advancements (e.g., AI) in technology.</a:t>
            </a:r>
          </a:p>
          <a:p>
            <a:pPr marL="241300" marR="25463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Challenges the team to “leapfrog” ideas by thinking of the next solutions as they work on current solutions.</a:t>
            </a:r>
          </a:p>
          <a:p>
            <a:pPr marL="241300" marR="5270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Encourages individuals to test out concepts with others outside of the group.</a:t>
            </a:r>
          </a:p>
          <a:p>
            <a:pPr marL="241300" marR="193040"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Mitigates negative consequences associated with introducing a new solution.</a:t>
            </a:r>
          </a:p>
          <a:p>
            <a:pPr marL="241300" marR="32067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Documents lessons learned from failures and applies them to new projects.</a:t>
            </a:r>
          </a:p>
        </p:txBody>
      </p:sp>
      <p:pic>
        <p:nvPicPr>
          <p:cNvPr id="13" name="object 13"/>
          <p:cNvPicPr/>
          <p:nvPr/>
        </p:nvPicPr>
        <p:blipFill>
          <a:blip r:embed="rId4" cstate="print"/>
          <a:stretch>
            <a:fillRect/>
          </a:stretch>
        </p:blipFill>
        <p:spPr>
          <a:xfrm>
            <a:off x="7315200" y="5091286"/>
            <a:ext cx="1828800" cy="1580451"/>
          </a:xfrm>
          <a:prstGeom prst="rect">
            <a:avLst/>
          </a:prstGeom>
        </p:spPr>
      </p:pic>
      <p:sp>
        <p:nvSpPr>
          <p:cNvPr id="14" name="object 14"/>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5" name="object 15"/>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Profile Characteristics &amp; 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496870"/>
            <a:ext cx="4591685" cy="4226798"/>
          </a:xfrm>
          <a:prstGeom prst="rect">
            <a:avLst/>
          </a:prstGeom>
        </p:spPr>
        <p:txBody>
          <a:bodyPr vert="horz" wrap="square" lIns="0" tIns="60960" rIns="0" bIns="0" rtlCol="0">
            <a:spAutoFit/>
          </a:bodyPr>
          <a:lstStyle/>
          <a:p>
            <a:pPr marL="12700">
              <a:lnSpc>
                <a:spcPct val="100000"/>
              </a:lnSpc>
              <a:spcBef>
                <a:spcPts val="480"/>
              </a:spcBef>
            </a:pPr>
            <a:r>
              <a:rPr sz="12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p>
          <a:p>
            <a:pPr marL="12700">
              <a:lnSpc>
                <a:spcPct val="100000"/>
              </a:lnSpc>
              <a:spcBef>
                <a:spcPts val="570"/>
              </a:spcBef>
            </a:pPr>
            <a:r>
              <a:rPr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Leads with Tenacity and Humility</a:t>
            </a:r>
          </a:p>
          <a:p>
            <a:pPr marL="241300" indent="-228600">
              <a:lnSpc>
                <a:spcPct val="100000"/>
              </a:lnSpc>
              <a:spcBef>
                <a:spcPts val="123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Sets challenging goals for the team.</a:t>
            </a:r>
          </a:p>
          <a:p>
            <a:pPr marL="241300" marR="508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Holds the team accountable for delivering on time, with quality, and to specifications.</a:t>
            </a:r>
          </a:p>
          <a:p>
            <a:pPr marL="241300" indent="-228600">
              <a:lnSpc>
                <a:spcPct val="100000"/>
              </a:lnSpc>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Leads with passion, stamina, and a relentless focus.</a:t>
            </a:r>
          </a:p>
          <a:p>
            <a:pPr marL="241300" indent="-228600">
              <a:lnSpc>
                <a:spcPct val="100000"/>
              </a:lnSpc>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Takes ownership for mistakes made by self and/or the team.</a:t>
            </a:r>
          </a:p>
          <a:p>
            <a:pPr marL="241300" marR="72263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Publicly gives credit to team members who have made a positive impact.</a:t>
            </a:r>
          </a:p>
          <a:p>
            <a:pPr marL="241300" marR="435609"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facing challenges, reaches out to peers for advice, and remains engaged and supportive of their team.</a:t>
            </a:r>
          </a:p>
          <a:p>
            <a:pPr marL="241300" indent="-228600">
              <a:lnSpc>
                <a:spcPct val="100000"/>
              </a:lnSpc>
              <a:spcBef>
                <a:spcPts val="135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Solicits and embraces “even-better-if” feedback from others.</a:t>
            </a:r>
          </a:p>
          <a:p>
            <a:pPr marL="241300" marR="699770" indent="-228600">
              <a:lnSpc>
                <a:spcPct val="100000"/>
              </a:lnSpc>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Reinforces how the team’s work is related to the success of Entegris.</a:t>
            </a:r>
          </a:p>
        </p:txBody>
      </p:sp>
      <p:grpSp>
        <p:nvGrpSpPr>
          <p:cNvPr id="13" name="object 13"/>
          <p:cNvGrpSpPr/>
          <p:nvPr/>
        </p:nvGrpSpPr>
        <p:grpSpPr>
          <a:xfrm>
            <a:off x="7315200" y="5091286"/>
            <a:ext cx="1828800" cy="1580515"/>
            <a:chOff x="7315200" y="5091286"/>
            <a:chExt cx="1828800" cy="1580515"/>
          </a:xfrm>
        </p:grpSpPr>
        <p:sp>
          <p:nvSpPr>
            <p:cNvPr id="14" name="object 14"/>
            <p:cNvSpPr/>
            <p:nvPr/>
          </p:nvSpPr>
          <p:spPr>
            <a:xfrm>
              <a:off x="7315200" y="5091286"/>
              <a:ext cx="1828800" cy="1580515"/>
            </a:xfrm>
            <a:custGeom>
              <a:avLst/>
              <a:gdLst/>
              <a:ahLst/>
              <a:cxnLst/>
              <a:rect l="l" t="t" r="r" b="b"/>
              <a:pathLst>
                <a:path w="1828800" h="1580515">
                  <a:moveTo>
                    <a:pt x="100553" y="845108"/>
                  </a:moveTo>
                  <a:lnTo>
                    <a:pt x="84708" y="845108"/>
                  </a:lnTo>
                  <a:lnTo>
                    <a:pt x="451535" y="1472717"/>
                  </a:lnTo>
                  <a:lnTo>
                    <a:pt x="441419" y="1482031"/>
                  </a:lnTo>
                  <a:lnTo>
                    <a:pt x="433651" y="1493373"/>
                  </a:lnTo>
                  <a:lnTo>
                    <a:pt x="428668" y="1506364"/>
                  </a:lnTo>
                  <a:lnTo>
                    <a:pt x="426910" y="1520621"/>
                  </a:lnTo>
                  <a:lnTo>
                    <a:pt x="431673" y="1543916"/>
                  </a:lnTo>
                  <a:lnTo>
                    <a:pt x="444660" y="1562933"/>
                  </a:lnTo>
                  <a:lnTo>
                    <a:pt x="463916" y="1575751"/>
                  </a:lnTo>
                  <a:lnTo>
                    <a:pt x="487489" y="1580451"/>
                  </a:lnTo>
                  <a:lnTo>
                    <a:pt x="509481" y="1576358"/>
                  </a:lnTo>
                  <a:lnTo>
                    <a:pt x="527800" y="1565117"/>
                  </a:lnTo>
                  <a:lnTo>
                    <a:pt x="540940" y="1548288"/>
                  </a:lnTo>
                  <a:lnTo>
                    <a:pt x="547395" y="1527429"/>
                  </a:lnTo>
                  <a:lnTo>
                    <a:pt x="1400510" y="1527429"/>
                  </a:lnTo>
                  <a:lnTo>
                    <a:pt x="1401902" y="1520621"/>
                  </a:lnTo>
                  <a:lnTo>
                    <a:pt x="1401070" y="1513878"/>
                  </a:lnTo>
                  <a:lnTo>
                    <a:pt x="547395" y="1513878"/>
                  </a:lnTo>
                  <a:lnTo>
                    <a:pt x="541075" y="1493373"/>
                  </a:lnTo>
                  <a:lnTo>
                    <a:pt x="540958" y="1492995"/>
                  </a:lnTo>
                  <a:lnTo>
                    <a:pt x="527819" y="1476141"/>
                  </a:lnTo>
                  <a:lnTo>
                    <a:pt x="510981" y="1465795"/>
                  </a:lnTo>
                  <a:lnTo>
                    <a:pt x="463359" y="1465795"/>
                  </a:lnTo>
                  <a:lnTo>
                    <a:pt x="100553" y="845108"/>
                  </a:lnTo>
                  <a:close/>
                </a:path>
                <a:path w="1828800" h="1580515">
                  <a:moveTo>
                    <a:pt x="1400510" y="1527429"/>
                  </a:moveTo>
                  <a:lnTo>
                    <a:pt x="1281430" y="1527429"/>
                  </a:lnTo>
                  <a:lnTo>
                    <a:pt x="1287873" y="1548288"/>
                  </a:lnTo>
                  <a:lnTo>
                    <a:pt x="1301014" y="1565117"/>
                  </a:lnTo>
                  <a:lnTo>
                    <a:pt x="1319340" y="1576358"/>
                  </a:lnTo>
                  <a:lnTo>
                    <a:pt x="1341335" y="1580451"/>
                  </a:lnTo>
                  <a:lnTo>
                    <a:pt x="1364906" y="1575751"/>
                  </a:lnTo>
                  <a:lnTo>
                    <a:pt x="1384158" y="1562933"/>
                  </a:lnTo>
                  <a:lnTo>
                    <a:pt x="1397141" y="1543916"/>
                  </a:lnTo>
                  <a:lnTo>
                    <a:pt x="1400510" y="1527429"/>
                  </a:lnTo>
                  <a:close/>
                </a:path>
                <a:path w="1828800" h="1580515">
                  <a:moveTo>
                    <a:pt x="1349908" y="1460779"/>
                  </a:moveTo>
                  <a:lnTo>
                    <a:pt x="1341335" y="1460779"/>
                  </a:lnTo>
                  <a:lnTo>
                    <a:pt x="1319327" y="1464880"/>
                  </a:lnTo>
                  <a:lnTo>
                    <a:pt x="1301000" y="1476141"/>
                  </a:lnTo>
                  <a:lnTo>
                    <a:pt x="1287864" y="1492995"/>
                  </a:lnTo>
                  <a:lnTo>
                    <a:pt x="1281430" y="1513878"/>
                  </a:lnTo>
                  <a:lnTo>
                    <a:pt x="1401070" y="1513878"/>
                  </a:lnTo>
                  <a:lnTo>
                    <a:pt x="1400144" y="1506364"/>
                  </a:lnTo>
                  <a:lnTo>
                    <a:pt x="1395163" y="1493373"/>
                  </a:lnTo>
                  <a:lnTo>
                    <a:pt x="1387396" y="1482031"/>
                  </a:lnTo>
                  <a:lnTo>
                    <a:pt x="1377291" y="1472717"/>
                  </a:lnTo>
                  <a:lnTo>
                    <a:pt x="1381294" y="1465795"/>
                  </a:lnTo>
                  <a:lnTo>
                    <a:pt x="1365465" y="1465795"/>
                  </a:lnTo>
                  <a:lnTo>
                    <a:pt x="1358049" y="1462608"/>
                  </a:lnTo>
                  <a:lnTo>
                    <a:pt x="1349908" y="1460779"/>
                  </a:lnTo>
                  <a:close/>
                </a:path>
                <a:path w="1828800" h="1580515">
                  <a:moveTo>
                    <a:pt x="487489" y="1460779"/>
                  </a:moveTo>
                  <a:lnTo>
                    <a:pt x="478904" y="1460779"/>
                  </a:lnTo>
                  <a:lnTo>
                    <a:pt x="470750" y="1462608"/>
                  </a:lnTo>
                  <a:lnTo>
                    <a:pt x="463359" y="1465795"/>
                  </a:lnTo>
                  <a:lnTo>
                    <a:pt x="510981" y="1465795"/>
                  </a:lnTo>
                  <a:lnTo>
                    <a:pt x="509492" y="1464880"/>
                  </a:lnTo>
                  <a:lnTo>
                    <a:pt x="487489" y="1460779"/>
                  </a:lnTo>
                  <a:close/>
                </a:path>
                <a:path w="1828800" h="1580515">
                  <a:moveTo>
                    <a:pt x="1381269" y="114681"/>
                  </a:moveTo>
                  <a:lnTo>
                    <a:pt x="1365427" y="114681"/>
                  </a:lnTo>
                  <a:lnTo>
                    <a:pt x="1732292" y="742315"/>
                  </a:lnTo>
                  <a:lnTo>
                    <a:pt x="1722167" y="751642"/>
                  </a:lnTo>
                  <a:lnTo>
                    <a:pt x="1714390" y="762992"/>
                  </a:lnTo>
                  <a:lnTo>
                    <a:pt x="1709402" y="775992"/>
                  </a:lnTo>
                  <a:lnTo>
                    <a:pt x="1707641" y="790270"/>
                  </a:lnTo>
                  <a:lnTo>
                    <a:pt x="1709402" y="804534"/>
                  </a:lnTo>
                  <a:lnTo>
                    <a:pt x="1714390" y="817529"/>
                  </a:lnTo>
                  <a:lnTo>
                    <a:pt x="1722167" y="828873"/>
                  </a:lnTo>
                  <a:lnTo>
                    <a:pt x="1732292" y="838187"/>
                  </a:lnTo>
                  <a:lnTo>
                    <a:pt x="1365465" y="1465795"/>
                  </a:lnTo>
                  <a:lnTo>
                    <a:pt x="1381294" y="1465795"/>
                  </a:lnTo>
                  <a:lnTo>
                    <a:pt x="1744083" y="845108"/>
                  </a:lnTo>
                  <a:lnTo>
                    <a:pt x="1792231" y="845108"/>
                  </a:lnTo>
                  <a:lnTo>
                    <a:pt x="1811054" y="832572"/>
                  </a:lnTo>
                  <a:lnTo>
                    <a:pt x="1824038" y="813554"/>
                  </a:lnTo>
                  <a:lnTo>
                    <a:pt x="1828800" y="790270"/>
                  </a:lnTo>
                  <a:lnTo>
                    <a:pt x="1824038" y="766973"/>
                  </a:lnTo>
                  <a:lnTo>
                    <a:pt x="1811054" y="747952"/>
                  </a:lnTo>
                  <a:lnTo>
                    <a:pt x="1792233" y="735418"/>
                  </a:lnTo>
                  <a:lnTo>
                    <a:pt x="1744090" y="735418"/>
                  </a:lnTo>
                  <a:lnTo>
                    <a:pt x="1381269" y="114681"/>
                  </a:lnTo>
                  <a:close/>
                </a:path>
                <a:path w="1828800" h="1580515">
                  <a:moveTo>
                    <a:pt x="69176" y="730427"/>
                  </a:moveTo>
                  <a:lnTo>
                    <a:pt x="60578" y="730427"/>
                  </a:lnTo>
                  <a:lnTo>
                    <a:pt x="37006" y="735129"/>
                  </a:lnTo>
                  <a:lnTo>
                    <a:pt x="17749" y="747952"/>
                  </a:lnTo>
                  <a:lnTo>
                    <a:pt x="4763" y="766973"/>
                  </a:lnTo>
                  <a:lnTo>
                    <a:pt x="0" y="790270"/>
                  </a:lnTo>
                  <a:lnTo>
                    <a:pt x="4763" y="813554"/>
                  </a:lnTo>
                  <a:lnTo>
                    <a:pt x="17749" y="832572"/>
                  </a:lnTo>
                  <a:lnTo>
                    <a:pt x="37006" y="845396"/>
                  </a:lnTo>
                  <a:lnTo>
                    <a:pt x="60578" y="850099"/>
                  </a:lnTo>
                  <a:lnTo>
                    <a:pt x="69151" y="850099"/>
                  </a:lnTo>
                  <a:lnTo>
                    <a:pt x="77304" y="848296"/>
                  </a:lnTo>
                  <a:lnTo>
                    <a:pt x="84708" y="845108"/>
                  </a:lnTo>
                  <a:lnTo>
                    <a:pt x="100553" y="845108"/>
                  </a:lnTo>
                  <a:lnTo>
                    <a:pt x="96507" y="838187"/>
                  </a:lnTo>
                  <a:lnTo>
                    <a:pt x="106632" y="828873"/>
                  </a:lnTo>
                  <a:lnTo>
                    <a:pt x="114409" y="817529"/>
                  </a:lnTo>
                  <a:lnTo>
                    <a:pt x="119397" y="804534"/>
                  </a:lnTo>
                  <a:lnTo>
                    <a:pt x="121157" y="790270"/>
                  </a:lnTo>
                  <a:lnTo>
                    <a:pt x="119401" y="775992"/>
                  </a:lnTo>
                  <a:lnTo>
                    <a:pt x="114422" y="762992"/>
                  </a:lnTo>
                  <a:lnTo>
                    <a:pt x="106651" y="751642"/>
                  </a:lnTo>
                  <a:lnTo>
                    <a:pt x="96507" y="742315"/>
                  </a:lnTo>
                  <a:lnTo>
                    <a:pt x="100538" y="735418"/>
                  </a:lnTo>
                  <a:lnTo>
                    <a:pt x="84708" y="735418"/>
                  </a:lnTo>
                  <a:lnTo>
                    <a:pt x="77317" y="732231"/>
                  </a:lnTo>
                  <a:lnTo>
                    <a:pt x="69176" y="730427"/>
                  </a:lnTo>
                  <a:close/>
                </a:path>
                <a:path w="1828800" h="1580515">
                  <a:moveTo>
                    <a:pt x="1792231" y="845108"/>
                  </a:moveTo>
                  <a:lnTo>
                    <a:pt x="1744120" y="845108"/>
                  </a:lnTo>
                  <a:lnTo>
                    <a:pt x="1751595" y="848296"/>
                  </a:lnTo>
                  <a:lnTo>
                    <a:pt x="1759623" y="850099"/>
                  </a:lnTo>
                  <a:lnTo>
                    <a:pt x="1768220" y="850099"/>
                  </a:lnTo>
                  <a:lnTo>
                    <a:pt x="1791798" y="845396"/>
                  </a:lnTo>
                  <a:lnTo>
                    <a:pt x="1792231" y="845108"/>
                  </a:lnTo>
                  <a:close/>
                </a:path>
                <a:path w="1828800" h="1580515">
                  <a:moveTo>
                    <a:pt x="487489" y="0"/>
                  </a:moveTo>
                  <a:lnTo>
                    <a:pt x="463916" y="4703"/>
                  </a:lnTo>
                  <a:lnTo>
                    <a:pt x="444660" y="17527"/>
                  </a:lnTo>
                  <a:lnTo>
                    <a:pt x="431673" y="36545"/>
                  </a:lnTo>
                  <a:lnTo>
                    <a:pt x="426910" y="59829"/>
                  </a:lnTo>
                  <a:lnTo>
                    <a:pt x="428672" y="74111"/>
                  </a:lnTo>
                  <a:lnTo>
                    <a:pt x="433663" y="87117"/>
                  </a:lnTo>
                  <a:lnTo>
                    <a:pt x="441443" y="98468"/>
                  </a:lnTo>
                  <a:lnTo>
                    <a:pt x="451561" y="107784"/>
                  </a:lnTo>
                  <a:lnTo>
                    <a:pt x="84708" y="735418"/>
                  </a:lnTo>
                  <a:lnTo>
                    <a:pt x="100538" y="735418"/>
                  </a:lnTo>
                  <a:lnTo>
                    <a:pt x="463372" y="114681"/>
                  </a:lnTo>
                  <a:lnTo>
                    <a:pt x="510941" y="114681"/>
                  </a:lnTo>
                  <a:lnTo>
                    <a:pt x="527800" y="104333"/>
                  </a:lnTo>
                  <a:lnTo>
                    <a:pt x="540940" y="87503"/>
                  </a:lnTo>
                  <a:lnTo>
                    <a:pt x="547395" y="66649"/>
                  </a:lnTo>
                  <a:lnTo>
                    <a:pt x="1401061" y="66649"/>
                  </a:lnTo>
                  <a:lnTo>
                    <a:pt x="1401902" y="59829"/>
                  </a:lnTo>
                  <a:lnTo>
                    <a:pt x="1400525" y="53098"/>
                  </a:lnTo>
                  <a:lnTo>
                    <a:pt x="547395" y="53098"/>
                  </a:lnTo>
                  <a:lnTo>
                    <a:pt x="540958" y="32211"/>
                  </a:lnTo>
                  <a:lnTo>
                    <a:pt x="527819" y="15357"/>
                  </a:lnTo>
                  <a:lnTo>
                    <a:pt x="509492" y="4099"/>
                  </a:lnTo>
                  <a:lnTo>
                    <a:pt x="487489" y="0"/>
                  </a:lnTo>
                  <a:close/>
                </a:path>
                <a:path w="1828800" h="1580515">
                  <a:moveTo>
                    <a:pt x="1768220" y="730427"/>
                  </a:moveTo>
                  <a:lnTo>
                    <a:pt x="1759623" y="730427"/>
                  </a:lnTo>
                  <a:lnTo>
                    <a:pt x="1751495" y="732231"/>
                  </a:lnTo>
                  <a:lnTo>
                    <a:pt x="1744090" y="735418"/>
                  </a:lnTo>
                  <a:lnTo>
                    <a:pt x="1792233" y="735418"/>
                  </a:lnTo>
                  <a:lnTo>
                    <a:pt x="1791798" y="735129"/>
                  </a:lnTo>
                  <a:lnTo>
                    <a:pt x="1768220" y="730427"/>
                  </a:lnTo>
                  <a:close/>
                </a:path>
                <a:path w="1828800" h="1580515">
                  <a:moveTo>
                    <a:pt x="510941" y="114681"/>
                  </a:moveTo>
                  <a:lnTo>
                    <a:pt x="463372" y="114681"/>
                  </a:lnTo>
                  <a:lnTo>
                    <a:pt x="470763" y="117868"/>
                  </a:lnTo>
                  <a:lnTo>
                    <a:pt x="478904" y="119672"/>
                  </a:lnTo>
                  <a:lnTo>
                    <a:pt x="487489" y="119672"/>
                  </a:lnTo>
                  <a:lnTo>
                    <a:pt x="509481" y="115577"/>
                  </a:lnTo>
                  <a:lnTo>
                    <a:pt x="510941" y="114681"/>
                  </a:lnTo>
                  <a:close/>
                </a:path>
                <a:path w="1828800" h="1580515">
                  <a:moveTo>
                    <a:pt x="1401061" y="66649"/>
                  </a:moveTo>
                  <a:lnTo>
                    <a:pt x="1281430" y="66649"/>
                  </a:lnTo>
                  <a:lnTo>
                    <a:pt x="1287764" y="87117"/>
                  </a:lnTo>
                  <a:lnTo>
                    <a:pt x="1287884" y="87503"/>
                  </a:lnTo>
                  <a:lnTo>
                    <a:pt x="1301024" y="104333"/>
                  </a:lnTo>
                  <a:lnTo>
                    <a:pt x="1319343" y="115577"/>
                  </a:lnTo>
                  <a:lnTo>
                    <a:pt x="1341335" y="119672"/>
                  </a:lnTo>
                  <a:lnTo>
                    <a:pt x="1349895" y="119672"/>
                  </a:lnTo>
                  <a:lnTo>
                    <a:pt x="1358036" y="117868"/>
                  </a:lnTo>
                  <a:lnTo>
                    <a:pt x="1365427" y="114681"/>
                  </a:lnTo>
                  <a:lnTo>
                    <a:pt x="1381269" y="114681"/>
                  </a:lnTo>
                  <a:lnTo>
                    <a:pt x="1377238" y="107784"/>
                  </a:lnTo>
                  <a:lnTo>
                    <a:pt x="1387371" y="98468"/>
                  </a:lnTo>
                  <a:lnTo>
                    <a:pt x="1395152" y="87117"/>
                  </a:lnTo>
                  <a:lnTo>
                    <a:pt x="1400141" y="74111"/>
                  </a:lnTo>
                  <a:lnTo>
                    <a:pt x="1401061" y="66649"/>
                  </a:lnTo>
                  <a:close/>
                </a:path>
                <a:path w="1828800" h="1580515">
                  <a:moveTo>
                    <a:pt x="1341335" y="0"/>
                  </a:moveTo>
                  <a:lnTo>
                    <a:pt x="1319327" y="4099"/>
                  </a:lnTo>
                  <a:lnTo>
                    <a:pt x="1301000" y="15357"/>
                  </a:lnTo>
                  <a:lnTo>
                    <a:pt x="1287864" y="32211"/>
                  </a:lnTo>
                  <a:lnTo>
                    <a:pt x="1281430" y="53098"/>
                  </a:lnTo>
                  <a:lnTo>
                    <a:pt x="1400525" y="53098"/>
                  </a:lnTo>
                  <a:lnTo>
                    <a:pt x="1397141" y="36545"/>
                  </a:lnTo>
                  <a:lnTo>
                    <a:pt x="1384158" y="17527"/>
                  </a:lnTo>
                  <a:lnTo>
                    <a:pt x="1364906" y="4703"/>
                  </a:lnTo>
                  <a:lnTo>
                    <a:pt x="1341335" y="0"/>
                  </a:lnTo>
                  <a:close/>
                </a:path>
              </a:pathLst>
            </a:custGeom>
            <a:solidFill>
              <a:srgbClr val="2A6A83"/>
            </a:solidFill>
          </p:spPr>
          <p:txBody>
            <a:bodyPr wrap="square" lIns="0" tIns="0" rIns="0" bIns="0" rtlCol="0"/>
            <a:lstStyle/>
            <a:p>
              <a:endParaRPr/>
            </a:p>
          </p:txBody>
        </p:sp>
        <p:pic>
          <p:nvPicPr>
            <p:cNvPr id="15" name="object 15"/>
            <p:cNvPicPr/>
            <p:nvPr/>
          </p:nvPicPr>
          <p:blipFill>
            <a:blip r:embed="rId4" cstate="print"/>
            <a:stretch>
              <a:fillRect/>
            </a:stretch>
          </p:blipFill>
          <p:spPr>
            <a:xfrm>
              <a:off x="7984963" y="5544541"/>
              <a:ext cx="170692" cy="171018"/>
            </a:xfrm>
            <a:prstGeom prst="rect">
              <a:avLst/>
            </a:prstGeom>
          </p:spPr>
        </p:pic>
        <p:sp>
          <p:nvSpPr>
            <p:cNvPr id="16" name="object 16"/>
            <p:cNvSpPr/>
            <p:nvPr/>
          </p:nvSpPr>
          <p:spPr>
            <a:xfrm>
              <a:off x="7886497" y="5470029"/>
              <a:ext cx="687705" cy="823594"/>
            </a:xfrm>
            <a:custGeom>
              <a:avLst/>
              <a:gdLst/>
              <a:ahLst/>
              <a:cxnLst/>
              <a:rect l="l" t="t" r="r" b="b"/>
              <a:pathLst>
                <a:path w="687704" h="823595">
                  <a:moveTo>
                    <a:pt x="687362" y="214947"/>
                  </a:moveTo>
                  <a:lnTo>
                    <a:pt x="652843" y="170129"/>
                  </a:lnTo>
                  <a:lnTo>
                    <a:pt x="617753" y="135534"/>
                  </a:lnTo>
                  <a:lnTo>
                    <a:pt x="634530" y="119354"/>
                  </a:lnTo>
                  <a:lnTo>
                    <a:pt x="650036" y="106375"/>
                  </a:lnTo>
                  <a:lnTo>
                    <a:pt x="664464" y="96456"/>
                  </a:lnTo>
                  <a:lnTo>
                    <a:pt x="678014" y="89420"/>
                  </a:lnTo>
                  <a:lnTo>
                    <a:pt x="682853" y="87325"/>
                  </a:lnTo>
                  <a:lnTo>
                    <a:pt x="686054" y="82651"/>
                  </a:lnTo>
                  <a:lnTo>
                    <a:pt x="686384" y="73088"/>
                  </a:lnTo>
                  <a:lnTo>
                    <a:pt x="686422" y="72097"/>
                  </a:lnTo>
                  <a:lnTo>
                    <a:pt x="683564" y="67271"/>
                  </a:lnTo>
                  <a:lnTo>
                    <a:pt x="678840" y="64808"/>
                  </a:lnTo>
                  <a:lnTo>
                    <a:pt x="648411" y="52654"/>
                  </a:lnTo>
                  <a:lnTo>
                    <a:pt x="645922" y="51663"/>
                  </a:lnTo>
                  <a:lnTo>
                    <a:pt x="641781" y="50774"/>
                  </a:lnTo>
                  <a:lnTo>
                    <a:pt x="641781" y="78816"/>
                  </a:lnTo>
                  <a:lnTo>
                    <a:pt x="629259" y="88176"/>
                  </a:lnTo>
                  <a:lnTo>
                    <a:pt x="587997" y="127393"/>
                  </a:lnTo>
                  <a:lnTo>
                    <a:pt x="584111" y="133858"/>
                  </a:lnTo>
                  <a:lnTo>
                    <a:pt x="584657" y="141414"/>
                  </a:lnTo>
                  <a:lnTo>
                    <a:pt x="586486" y="144894"/>
                  </a:lnTo>
                  <a:lnTo>
                    <a:pt x="589419" y="147256"/>
                  </a:lnTo>
                  <a:lnTo>
                    <a:pt x="601167" y="157124"/>
                  </a:lnTo>
                  <a:lnTo>
                    <a:pt x="612355" y="167309"/>
                  </a:lnTo>
                  <a:lnTo>
                    <a:pt x="623011" y="177888"/>
                  </a:lnTo>
                  <a:lnTo>
                    <a:pt x="633222" y="188925"/>
                  </a:lnTo>
                  <a:lnTo>
                    <a:pt x="611949" y="185064"/>
                  </a:lnTo>
                  <a:lnTo>
                    <a:pt x="590854" y="182892"/>
                  </a:lnTo>
                  <a:lnTo>
                    <a:pt x="569925" y="181864"/>
                  </a:lnTo>
                  <a:lnTo>
                    <a:pt x="520941" y="180670"/>
                  </a:lnTo>
                  <a:lnTo>
                    <a:pt x="493229" y="178485"/>
                  </a:lnTo>
                  <a:lnTo>
                    <a:pt x="465924" y="173380"/>
                  </a:lnTo>
                  <a:lnTo>
                    <a:pt x="438873" y="163906"/>
                  </a:lnTo>
                  <a:lnTo>
                    <a:pt x="438873" y="52654"/>
                  </a:lnTo>
                  <a:lnTo>
                    <a:pt x="466737" y="60883"/>
                  </a:lnTo>
                  <a:lnTo>
                    <a:pt x="494372" y="65328"/>
                  </a:lnTo>
                  <a:lnTo>
                    <a:pt x="521728" y="67271"/>
                  </a:lnTo>
                  <a:lnTo>
                    <a:pt x="572541" y="68516"/>
                  </a:lnTo>
                  <a:lnTo>
                    <a:pt x="595909" y="69938"/>
                  </a:lnTo>
                  <a:lnTo>
                    <a:pt x="618959" y="73088"/>
                  </a:lnTo>
                  <a:lnTo>
                    <a:pt x="641781" y="78816"/>
                  </a:lnTo>
                  <a:lnTo>
                    <a:pt x="641781" y="50774"/>
                  </a:lnTo>
                  <a:lnTo>
                    <a:pt x="613295" y="44627"/>
                  </a:lnTo>
                  <a:lnTo>
                    <a:pt x="581037" y="41681"/>
                  </a:lnTo>
                  <a:lnTo>
                    <a:pt x="519010" y="39954"/>
                  </a:lnTo>
                  <a:lnTo>
                    <a:pt x="489458" y="37363"/>
                  </a:lnTo>
                  <a:lnTo>
                    <a:pt x="460336" y="31216"/>
                  </a:lnTo>
                  <a:lnTo>
                    <a:pt x="437565" y="22161"/>
                  </a:lnTo>
                  <a:lnTo>
                    <a:pt x="437565" y="6096"/>
                  </a:lnTo>
                  <a:lnTo>
                    <a:pt x="431482" y="0"/>
                  </a:lnTo>
                  <a:lnTo>
                    <a:pt x="416496" y="0"/>
                  </a:lnTo>
                  <a:lnTo>
                    <a:pt x="410413" y="6096"/>
                  </a:lnTo>
                  <a:lnTo>
                    <a:pt x="410413" y="233337"/>
                  </a:lnTo>
                  <a:lnTo>
                    <a:pt x="407987" y="233387"/>
                  </a:lnTo>
                  <a:lnTo>
                    <a:pt x="391769" y="239598"/>
                  </a:lnTo>
                  <a:lnTo>
                    <a:pt x="370014" y="249275"/>
                  </a:lnTo>
                  <a:lnTo>
                    <a:pt x="337845" y="260273"/>
                  </a:lnTo>
                  <a:lnTo>
                    <a:pt x="269494" y="279260"/>
                  </a:lnTo>
                  <a:lnTo>
                    <a:pt x="212191" y="286194"/>
                  </a:lnTo>
                  <a:lnTo>
                    <a:pt x="152819" y="288925"/>
                  </a:lnTo>
                  <a:lnTo>
                    <a:pt x="125704" y="290918"/>
                  </a:lnTo>
                  <a:lnTo>
                    <a:pt x="101549" y="293992"/>
                  </a:lnTo>
                  <a:lnTo>
                    <a:pt x="79832" y="298767"/>
                  </a:lnTo>
                  <a:lnTo>
                    <a:pt x="80098" y="298767"/>
                  </a:lnTo>
                  <a:lnTo>
                    <a:pt x="50673" y="311492"/>
                  </a:lnTo>
                  <a:lnTo>
                    <a:pt x="24561" y="331876"/>
                  </a:lnTo>
                  <a:lnTo>
                    <a:pt x="6273" y="358279"/>
                  </a:lnTo>
                  <a:lnTo>
                    <a:pt x="0" y="389166"/>
                  </a:lnTo>
                  <a:lnTo>
                    <a:pt x="4546" y="508342"/>
                  </a:lnTo>
                  <a:lnTo>
                    <a:pt x="4584" y="509346"/>
                  </a:lnTo>
                  <a:lnTo>
                    <a:pt x="22440" y="558800"/>
                  </a:lnTo>
                  <a:lnTo>
                    <a:pt x="52273" y="590499"/>
                  </a:lnTo>
                  <a:lnTo>
                    <a:pt x="79578" y="613448"/>
                  </a:lnTo>
                  <a:lnTo>
                    <a:pt x="80111" y="772693"/>
                  </a:lnTo>
                  <a:lnTo>
                    <a:pt x="109943" y="817359"/>
                  </a:lnTo>
                  <a:lnTo>
                    <a:pt x="129514" y="822553"/>
                  </a:lnTo>
                  <a:lnTo>
                    <a:pt x="142316" y="822312"/>
                  </a:lnTo>
                  <a:lnTo>
                    <a:pt x="177317" y="806157"/>
                  </a:lnTo>
                  <a:lnTo>
                    <a:pt x="178727" y="804773"/>
                  </a:lnTo>
                  <a:lnTo>
                    <a:pt x="179527" y="805611"/>
                  </a:lnTo>
                  <a:lnTo>
                    <a:pt x="222199" y="822972"/>
                  </a:lnTo>
                  <a:lnTo>
                    <a:pt x="224777" y="822972"/>
                  </a:lnTo>
                  <a:lnTo>
                    <a:pt x="227164" y="822769"/>
                  </a:lnTo>
                  <a:lnTo>
                    <a:pt x="246722" y="817689"/>
                  </a:lnTo>
                  <a:lnTo>
                    <a:pt x="262432" y="806831"/>
                  </a:lnTo>
                  <a:lnTo>
                    <a:pt x="263842" y="804773"/>
                  </a:lnTo>
                  <a:lnTo>
                    <a:pt x="270103" y="795655"/>
                  </a:lnTo>
                  <a:lnTo>
                    <a:pt x="272923" y="791540"/>
                  </a:lnTo>
                  <a:lnTo>
                    <a:pt x="276860" y="773176"/>
                  </a:lnTo>
                  <a:lnTo>
                    <a:pt x="281355" y="416852"/>
                  </a:lnTo>
                  <a:lnTo>
                    <a:pt x="410413" y="345020"/>
                  </a:lnTo>
                  <a:lnTo>
                    <a:pt x="410413" y="811555"/>
                  </a:lnTo>
                  <a:lnTo>
                    <a:pt x="416496" y="817638"/>
                  </a:lnTo>
                  <a:lnTo>
                    <a:pt x="423989" y="817638"/>
                  </a:lnTo>
                  <a:lnTo>
                    <a:pt x="431482" y="817638"/>
                  </a:lnTo>
                  <a:lnTo>
                    <a:pt x="437565" y="811555"/>
                  </a:lnTo>
                  <a:lnTo>
                    <a:pt x="437565" y="329907"/>
                  </a:lnTo>
                  <a:lnTo>
                    <a:pt x="446341" y="325018"/>
                  </a:lnTo>
                  <a:lnTo>
                    <a:pt x="467931" y="288213"/>
                  </a:lnTo>
                  <a:lnTo>
                    <a:pt x="467829" y="277444"/>
                  </a:lnTo>
                  <a:lnTo>
                    <a:pt x="465531" y="267233"/>
                  </a:lnTo>
                  <a:lnTo>
                    <a:pt x="465493" y="267030"/>
                  </a:lnTo>
                  <a:lnTo>
                    <a:pt x="462381" y="260273"/>
                  </a:lnTo>
                  <a:lnTo>
                    <a:pt x="462318" y="260121"/>
                  </a:lnTo>
                  <a:lnTo>
                    <a:pt x="462229" y="259930"/>
                  </a:lnTo>
                  <a:lnTo>
                    <a:pt x="461035" y="257352"/>
                  </a:lnTo>
                  <a:lnTo>
                    <a:pt x="454596" y="248729"/>
                  </a:lnTo>
                  <a:lnTo>
                    <a:pt x="441553" y="238747"/>
                  </a:lnTo>
                  <a:lnTo>
                    <a:pt x="441553" y="278739"/>
                  </a:lnTo>
                  <a:lnTo>
                    <a:pt x="440359" y="290918"/>
                  </a:lnTo>
                  <a:lnTo>
                    <a:pt x="440245" y="292125"/>
                  </a:lnTo>
                  <a:lnTo>
                    <a:pt x="437146" y="297751"/>
                  </a:lnTo>
                  <a:lnTo>
                    <a:pt x="437057" y="297916"/>
                  </a:lnTo>
                  <a:lnTo>
                    <a:pt x="431863" y="301917"/>
                  </a:lnTo>
                  <a:lnTo>
                    <a:pt x="420446" y="308267"/>
                  </a:lnTo>
                  <a:lnTo>
                    <a:pt x="416496" y="308267"/>
                  </a:lnTo>
                  <a:lnTo>
                    <a:pt x="411518" y="313245"/>
                  </a:lnTo>
                  <a:lnTo>
                    <a:pt x="256997" y="399262"/>
                  </a:lnTo>
                  <a:lnTo>
                    <a:pt x="254330" y="403733"/>
                  </a:lnTo>
                  <a:lnTo>
                    <a:pt x="249669" y="772693"/>
                  </a:lnTo>
                  <a:lnTo>
                    <a:pt x="249593" y="773176"/>
                  </a:lnTo>
                  <a:lnTo>
                    <a:pt x="247789" y="780910"/>
                  </a:lnTo>
                  <a:lnTo>
                    <a:pt x="247713" y="781240"/>
                  </a:lnTo>
                  <a:lnTo>
                    <a:pt x="242481" y="788263"/>
                  </a:lnTo>
                  <a:lnTo>
                    <a:pt x="234645" y="793267"/>
                  </a:lnTo>
                  <a:lnTo>
                    <a:pt x="224866" y="795655"/>
                  </a:lnTo>
                  <a:lnTo>
                    <a:pt x="217932" y="795515"/>
                  </a:lnTo>
                  <a:lnTo>
                    <a:pt x="192582" y="777862"/>
                  </a:lnTo>
                  <a:lnTo>
                    <a:pt x="192582" y="772693"/>
                  </a:lnTo>
                  <a:lnTo>
                    <a:pt x="193509" y="630326"/>
                  </a:lnTo>
                  <a:lnTo>
                    <a:pt x="193560" y="622998"/>
                  </a:lnTo>
                  <a:lnTo>
                    <a:pt x="187528" y="616864"/>
                  </a:lnTo>
                  <a:lnTo>
                    <a:pt x="172453" y="616864"/>
                  </a:lnTo>
                  <a:lnTo>
                    <a:pt x="166420" y="622846"/>
                  </a:lnTo>
                  <a:lnTo>
                    <a:pt x="165442" y="772693"/>
                  </a:lnTo>
                  <a:lnTo>
                    <a:pt x="165379" y="778929"/>
                  </a:lnTo>
                  <a:lnTo>
                    <a:pt x="131902" y="795464"/>
                  </a:lnTo>
                  <a:lnTo>
                    <a:pt x="122135" y="793013"/>
                  </a:lnTo>
                  <a:lnTo>
                    <a:pt x="114325" y="787958"/>
                  </a:lnTo>
                  <a:lnTo>
                    <a:pt x="109143" y="780910"/>
                  </a:lnTo>
                  <a:lnTo>
                    <a:pt x="107403" y="773176"/>
                  </a:lnTo>
                  <a:lnTo>
                    <a:pt x="107289" y="772693"/>
                  </a:lnTo>
                  <a:lnTo>
                    <a:pt x="106781" y="630326"/>
                  </a:lnTo>
                  <a:lnTo>
                    <a:pt x="106730" y="613448"/>
                  </a:lnTo>
                  <a:lnTo>
                    <a:pt x="106616" y="577875"/>
                  </a:lnTo>
                  <a:lnTo>
                    <a:pt x="106083" y="416852"/>
                  </a:lnTo>
                  <a:lnTo>
                    <a:pt x="106019" y="400837"/>
                  </a:lnTo>
                  <a:lnTo>
                    <a:pt x="104521" y="399262"/>
                  </a:lnTo>
                  <a:lnTo>
                    <a:pt x="99999" y="394741"/>
                  </a:lnTo>
                  <a:lnTo>
                    <a:pt x="84950" y="394741"/>
                  </a:lnTo>
                  <a:lnTo>
                    <a:pt x="78879" y="400837"/>
                  </a:lnTo>
                  <a:lnTo>
                    <a:pt x="79235" y="508342"/>
                  </a:lnTo>
                  <a:lnTo>
                    <a:pt x="79336" y="539229"/>
                  </a:lnTo>
                  <a:lnTo>
                    <a:pt x="79463" y="577875"/>
                  </a:lnTo>
                  <a:lnTo>
                    <a:pt x="69634" y="569607"/>
                  </a:lnTo>
                  <a:lnTo>
                    <a:pt x="53848" y="554697"/>
                  </a:lnTo>
                  <a:lnTo>
                    <a:pt x="31711" y="508342"/>
                  </a:lnTo>
                  <a:lnTo>
                    <a:pt x="27152" y="389166"/>
                  </a:lnTo>
                  <a:lnTo>
                    <a:pt x="27114" y="388150"/>
                  </a:lnTo>
                  <a:lnTo>
                    <a:pt x="31965" y="367563"/>
                  </a:lnTo>
                  <a:lnTo>
                    <a:pt x="65532" y="334327"/>
                  </a:lnTo>
                  <a:lnTo>
                    <a:pt x="107213" y="320624"/>
                  </a:lnTo>
                  <a:lnTo>
                    <a:pt x="155867" y="315976"/>
                  </a:lnTo>
                  <a:lnTo>
                    <a:pt x="213931" y="313321"/>
                  </a:lnTo>
                  <a:lnTo>
                    <a:pt x="236613" y="311810"/>
                  </a:lnTo>
                  <a:lnTo>
                    <a:pt x="275653" y="305714"/>
                  </a:lnTo>
                  <a:lnTo>
                    <a:pt x="344017" y="286791"/>
                  </a:lnTo>
                  <a:lnTo>
                    <a:pt x="405549" y="262991"/>
                  </a:lnTo>
                  <a:lnTo>
                    <a:pt x="413067" y="260121"/>
                  </a:lnTo>
                  <a:lnTo>
                    <a:pt x="416191" y="260045"/>
                  </a:lnTo>
                  <a:lnTo>
                    <a:pt x="416496" y="260337"/>
                  </a:lnTo>
                  <a:lnTo>
                    <a:pt x="422097" y="260337"/>
                  </a:lnTo>
                  <a:lnTo>
                    <a:pt x="428269" y="262331"/>
                  </a:lnTo>
                  <a:lnTo>
                    <a:pt x="434682" y="267233"/>
                  </a:lnTo>
                  <a:lnTo>
                    <a:pt x="439343" y="272237"/>
                  </a:lnTo>
                  <a:lnTo>
                    <a:pt x="441553" y="278739"/>
                  </a:lnTo>
                  <a:lnTo>
                    <a:pt x="441553" y="238747"/>
                  </a:lnTo>
                  <a:lnTo>
                    <a:pt x="440778" y="238150"/>
                  </a:lnTo>
                  <a:lnTo>
                    <a:pt x="437565" y="237121"/>
                  </a:lnTo>
                  <a:lnTo>
                    <a:pt x="437565" y="191973"/>
                  </a:lnTo>
                  <a:lnTo>
                    <a:pt x="452031" y="197739"/>
                  </a:lnTo>
                  <a:lnTo>
                    <a:pt x="484657" y="204762"/>
                  </a:lnTo>
                  <a:lnTo>
                    <a:pt x="516928" y="207708"/>
                  </a:lnTo>
                  <a:lnTo>
                    <a:pt x="578954" y="209448"/>
                  </a:lnTo>
                  <a:lnTo>
                    <a:pt x="608507" y="212039"/>
                  </a:lnTo>
                  <a:lnTo>
                    <a:pt x="637616" y="218186"/>
                  </a:lnTo>
                  <a:lnTo>
                    <a:pt x="666508" y="229666"/>
                  </a:lnTo>
                  <a:lnTo>
                    <a:pt x="668477" y="230670"/>
                  </a:lnTo>
                  <a:lnTo>
                    <a:pt x="670585" y="231152"/>
                  </a:lnTo>
                  <a:lnTo>
                    <a:pt x="676440" y="231152"/>
                  </a:lnTo>
                  <a:lnTo>
                    <a:pt x="680237" y="229527"/>
                  </a:lnTo>
                  <a:lnTo>
                    <a:pt x="686968" y="221818"/>
                  </a:lnTo>
                  <a:lnTo>
                    <a:pt x="687362" y="214947"/>
                  </a:lnTo>
                  <a:close/>
                </a:path>
              </a:pathLst>
            </a:custGeom>
            <a:solidFill>
              <a:srgbClr val="2A6A83"/>
            </a:solidFill>
          </p:spPr>
          <p:txBody>
            <a:bodyPr wrap="square" lIns="0" tIns="0" rIns="0" bIns="0" rtlCol="0"/>
            <a:lstStyle/>
            <a:p>
              <a:endParaRPr/>
            </a:p>
          </p:txBody>
        </p:sp>
      </p:grpSp>
      <p:sp>
        <p:nvSpPr>
          <p:cNvPr id="17" name="object 17"/>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8" name="object 18"/>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Profile Characteristics</a:t>
            </a:r>
            <a:r>
              <a:rPr spc="-175" dirty="0">
                <a:latin typeface="Calibri Light" panose="020F0302020204030204" pitchFamily="34" charset="0"/>
                <a:ea typeface="Calibri Light" panose="020F0302020204030204" pitchFamily="34" charset="0"/>
                <a:cs typeface="Calibri Light" panose="020F0302020204030204" pitchFamily="34" charset="0"/>
              </a:rPr>
              <a:t> </a:t>
            </a:r>
            <a:r>
              <a:rPr spc="-20" dirty="0">
                <a:latin typeface="Calibri Light" panose="020F0302020204030204" pitchFamily="34" charset="0"/>
                <a:ea typeface="Calibri Light" panose="020F0302020204030204" pitchFamily="34" charset="0"/>
                <a:cs typeface="Calibri Light" panose="020F0302020204030204" pitchFamily="34" charset="0"/>
              </a:rPr>
              <a:t>&amp;</a:t>
            </a:r>
            <a:r>
              <a:rPr spc="-170"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496870"/>
            <a:ext cx="4467225" cy="5144998"/>
          </a:xfrm>
          <a:prstGeom prst="rect">
            <a:avLst/>
          </a:prstGeom>
        </p:spPr>
        <p:txBody>
          <a:bodyPr vert="horz" wrap="square" lIns="0" tIns="60960" rIns="0" bIns="0" rtlCol="0">
            <a:spAutoFit/>
          </a:bodyPr>
          <a:lstStyle/>
          <a:p>
            <a:pPr marL="12700">
              <a:spcBef>
                <a:spcPts val="480"/>
              </a:spcBef>
            </a:pPr>
            <a:r>
              <a:rPr sz="12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p>
          <a:p>
            <a:pPr marL="12700">
              <a:spcBef>
                <a:spcPts val="570"/>
              </a:spcBef>
            </a:pPr>
            <a:r>
              <a:rPr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Makes Data-Driven Decisions with Speed</a:t>
            </a:r>
          </a:p>
          <a:p>
            <a:pPr marL="241300" indent="-228600">
              <a:spcBef>
                <a:spcPts val="1230"/>
              </a:spcBef>
              <a:buAutoNum type="arabicPeriod"/>
              <a:tabLst>
                <a:tab pos="240665"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Conveys precisely the goal that is to be achieved.</a:t>
            </a:r>
          </a:p>
          <a:p>
            <a:pPr marL="241300" marR="44259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Identifies the best- and worst-case scenarios when making decisions.</a:t>
            </a:r>
          </a:p>
          <a:p>
            <a:pPr marL="241300" marR="17208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Drives decision-making to the lowest level within the team and/ or country.</a:t>
            </a:r>
          </a:p>
          <a:p>
            <a:pPr marL="241300" marR="42481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Presents facts of what is known and what is unknown when presenting ideas.</a:t>
            </a:r>
          </a:p>
          <a:p>
            <a:pPr marL="241300" marR="51435" indent="-228600">
              <a:spcBef>
                <a:spcPts val="1350"/>
              </a:spcBef>
              <a:buAutoNum type="arabicPeriod"/>
              <a:tabLst>
                <a:tab pos="241300" algn="l"/>
              </a:tabLst>
            </a:pPr>
            <a:r>
              <a:rPr lang="en-US"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Leverages AI to improve efficiency, quality and competitive advantage.</a:t>
            </a:r>
          </a:p>
          <a:p>
            <a:pPr marL="241300" marR="51435"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Communicates the risks associated with each option.</a:t>
            </a:r>
          </a:p>
          <a:p>
            <a:pPr marL="241300" marR="5080"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Drives speed by reinforcing in the team not to get bogged down in analysis paralysis.</a:t>
            </a:r>
          </a:p>
          <a:p>
            <a:pPr marL="241300" marR="600710" indent="-228600">
              <a:spcBef>
                <a:spcPts val="1350"/>
              </a:spcBef>
              <a:buAutoNum type="arabicPeriod"/>
              <a:tabLst>
                <a:tab pos="241300" algn="l"/>
              </a:tabLst>
            </a:pPr>
            <a:r>
              <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Creates well-defined processes that eliminate nonvalue-added work.</a:t>
            </a:r>
            <a:endParaRPr lang="en-US"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endParaRPr>
          </a:p>
          <a:p>
            <a:pPr marL="241300" marR="600710" indent="-228600">
              <a:spcBef>
                <a:spcPts val="1350"/>
              </a:spcBef>
              <a:buAutoNum type="arabicPeriod"/>
              <a:tabLst>
                <a:tab pos="241300" algn="l"/>
              </a:tabLst>
            </a:pPr>
            <a:r>
              <a:rPr lang="en-US"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Enhance decision making and improve capability across the organization through leading edge AI/technology.</a:t>
            </a:r>
            <a:endParaRPr sz="12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p:nvPr/>
        </p:nvSpPr>
        <p:spPr>
          <a:xfrm>
            <a:off x="7315200" y="5091290"/>
            <a:ext cx="1828800" cy="1580515"/>
          </a:xfrm>
          <a:custGeom>
            <a:avLst/>
            <a:gdLst/>
            <a:ahLst/>
            <a:cxnLst/>
            <a:rect l="l" t="t" r="r" b="b"/>
            <a:pathLst>
              <a:path w="1828800" h="1580515">
                <a:moveTo>
                  <a:pt x="777354" y="990841"/>
                </a:moveTo>
                <a:lnTo>
                  <a:pt x="725957" y="990841"/>
                </a:lnTo>
                <a:lnTo>
                  <a:pt x="725957" y="1016520"/>
                </a:lnTo>
                <a:lnTo>
                  <a:pt x="777354" y="1016520"/>
                </a:lnTo>
                <a:lnTo>
                  <a:pt x="777354" y="990841"/>
                </a:lnTo>
                <a:close/>
              </a:path>
              <a:path w="1828800" h="1580515">
                <a:moveTo>
                  <a:pt x="811606" y="871029"/>
                </a:moveTo>
                <a:lnTo>
                  <a:pt x="627456" y="871029"/>
                </a:lnTo>
                <a:lnTo>
                  <a:pt x="627456" y="921359"/>
                </a:lnTo>
                <a:lnTo>
                  <a:pt x="538022" y="832002"/>
                </a:lnTo>
                <a:lnTo>
                  <a:pt x="627456" y="729805"/>
                </a:lnTo>
                <a:lnTo>
                  <a:pt x="627456" y="776884"/>
                </a:lnTo>
                <a:lnTo>
                  <a:pt x="708825" y="776884"/>
                </a:lnTo>
                <a:lnTo>
                  <a:pt x="708825" y="751205"/>
                </a:lnTo>
                <a:lnTo>
                  <a:pt x="653148" y="751205"/>
                </a:lnTo>
                <a:lnTo>
                  <a:pt x="653148" y="661327"/>
                </a:lnTo>
                <a:lnTo>
                  <a:pt x="502907" y="833031"/>
                </a:lnTo>
                <a:lnTo>
                  <a:pt x="653148" y="983322"/>
                </a:lnTo>
                <a:lnTo>
                  <a:pt x="653148" y="896708"/>
                </a:lnTo>
                <a:lnTo>
                  <a:pt x="811606" y="896708"/>
                </a:lnTo>
                <a:lnTo>
                  <a:pt x="811606" y="871029"/>
                </a:lnTo>
                <a:close/>
              </a:path>
              <a:path w="1828800" h="1580515">
                <a:moveTo>
                  <a:pt x="863015" y="990841"/>
                </a:moveTo>
                <a:lnTo>
                  <a:pt x="811618" y="990841"/>
                </a:lnTo>
                <a:lnTo>
                  <a:pt x="811618" y="1016520"/>
                </a:lnTo>
                <a:lnTo>
                  <a:pt x="863015" y="1016520"/>
                </a:lnTo>
                <a:lnTo>
                  <a:pt x="863015" y="990841"/>
                </a:lnTo>
                <a:close/>
              </a:path>
              <a:path w="1828800" h="1580515">
                <a:moveTo>
                  <a:pt x="897267" y="871016"/>
                </a:moveTo>
                <a:lnTo>
                  <a:pt x="845870" y="871016"/>
                </a:lnTo>
                <a:lnTo>
                  <a:pt x="845870" y="896696"/>
                </a:lnTo>
                <a:lnTo>
                  <a:pt x="897267" y="896696"/>
                </a:lnTo>
                <a:lnTo>
                  <a:pt x="897267" y="871016"/>
                </a:lnTo>
                <a:close/>
              </a:path>
              <a:path w="1828800" h="1580515">
                <a:moveTo>
                  <a:pt x="948664" y="990841"/>
                </a:moveTo>
                <a:lnTo>
                  <a:pt x="897267" y="990841"/>
                </a:lnTo>
                <a:lnTo>
                  <a:pt x="897267" y="1016520"/>
                </a:lnTo>
                <a:lnTo>
                  <a:pt x="948664" y="1016520"/>
                </a:lnTo>
                <a:lnTo>
                  <a:pt x="948664" y="990841"/>
                </a:lnTo>
                <a:close/>
              </a:path>
              <a:path w="1828800" h="1580515">
                <a:moveTo>
                  <a:pt x="982929" y="871016"/>
                </a:moveTo>
                <a:lnTo>
                  <a:pt x="931532" y="871016"/>
                </a:lnTo>
                <a:lnTo>
                  <a:pt x="931532" y="896696"/>
                </a:lnTo>
                <a:lnTo>
                  <a:pt x="982929" y="896696"/>
                </a:lnTo>
                <a:lnTo>
                  <a:pt x="982929" y="871016"/>
                </a:lnTo>
                <a:close/>
              </a:path>
              <a:path w="1828800" h="1580515">
                <a:moveTo>
                  <a:pt x="1229080" y="672274"/>
                </a:moveTo>
                <a:lnTo>
                  <a:pt x="1216685" y="650024"/>
                </a:lnTo>
                <a:lnTo>
                  <a:pt x="1216583" y="649846"/>
                </a:lnTo>
                <a:lnTo>
                  <a:pt x="1216406" y="650024"/>
                </a:lnTo>
                <a:lnTo>
                  <a:pt x="1083818" y="723633"/>
                </a:lnTo>
                <a:lnTo>
                  <a:pt x="1073912" y="713828"/>
                </a:lnTo>
                <a:lnTo>
                  <a:pt x="1072845" y="713143"/>
                </a:lnTo>
                <a:lnTo>
                  <a:pt x="1072845" y="764032"/>
                </a:lnTo>
                <a:lnTo>
                  <a:pt x="1069809" y="779005"/>
                </a:lnTo>
                <a:lnTo>
                  <a:pt x="1061542" y="791260"/>
                </a:lnTo>
                <a:lnTo>
                  <a:pt x="1049286" y="799528"/>
                </a:lnTo>
                <a:lnTo>
                  <a:pt x="1034313" y="802551"/>
                </a:lnTo>
                <a:lnTo>
                  <a:pt x="1019327" y="799528"/>
                </a:lnTo>
                <a:lnTo>
                  <a:pt x="1007071" y="791260"/>
                </a:lnTo>
                <a:lnTo>
                  <a:pt x="998804" y="779005"/>
                </a:lnTo>
                <a:lnTo>
                  <a:pt x="995768" y="764032"/>
                </a:lnTo>
                <a:lnTo>
                  <a:pt x="998804" y="749058"/>
                </a:lnTo>
                <a:lnTo>
                  <a:pt x="1007071" y="736815"/>
                </a:lnTo>
                <a:lnTo>
                  <a:pt x="1019327" y="728548"/>
                </a:lnTo>
                <a:lnTo>
                  <a:pt x="1034313" y="725512"/>
                </a:lnTo>
                <a:lnTo>
                  <a:pt x="1049286" y="728548"/>
                </a:lnTo>
                <a:lnTo>
                  <a:pt x="1061542" y="736815"/>
                </a:lnTo>
                <a:lnTo>
                  <a:pt x="1069809" y="749058"/>
                </a:lnTo>
                <a:lnTo>
                  <a:pt x="1072807" y="763854"/>
                </a:lnTo>
                <a:lnTo>
                  <a:pt x="1072845" y="764032"/>
                </a:lnTo>
                <a:lnTo>
                  <a:pt x="1072845" y="713143"/>
                </a:lnTo>
                <a:lnTo>
                  <a:pt x="1062151" y="706259"/>
                </a:lnTo>
                <a:lnTo>
                  <a:pt x="1048842" y="701395"/>
                </a:lnTo>
                <a:lnTo>
                  <a:pt x="1034313" y="699668"/>
                </a:lnTo>
                <a:lnTo>
                  <a:pt x="1009307" y="704723"/>
                </a:lnTo>
                <a:lnTo>
                  <a:pt x="988885" y="718477"/>
                </a:lnTo>
                <a:lnTo>
                  <a:pt x="975118" y="738886"/>
                </a:lnTo>
                <a:lnTo>
                  <a:pt x="970064" y="763854"/>
                </a:lnTo>
                <a:lnTo>
                  <a:pt x="970064" y="771220"/>
                </a:lnTo>
                <a:lnTo>
                  <a:pt x="971613" y="778065"/>
                </a:lnTo>
                <a:lnTo>
                  <a:pt x="973836" y="784567"/>
                </a:lnTo>
                <a:lnTo>
                  <a:pt x="935469" y="805967"/>
                </a:lnTo>
                <a:lnTo>
                  <a:pt x="947966" y="828395"/>
                </a:lnTo>
                <a:lnTo>
                  <a:pt x="987031" y="806831"/>
                </a:lnTo>
                <a:lnTo>
                  <a:pt x="996772" y="815644"/>
                </a:lnTo>
                <a:lnTo>
                  <a:pt x="1008113" y="822325"/>
                </a:lnTo>
                <a:lnTo>
                  <a:pt x="1020775" y="826566"/>
                </a:lnTo>
                <a:lnTo>
                  <a:pt x="1034478" y="828052"/>
                </a:lnTo>
                <a:lnTo>
                  <a:pt x="1059472" y="823010"/>
                </a:lnTo>
                <a:lnTo>
                  <a:pt x="1079893" y="809256"/>
                </a:lnTo>
                <a:lnTo>
                  <a:pt x="1081519" y="806831"/>
                </a:lnTo>
                <a:lnTo>
                  <a:pt x="1084414" y="802551"/>
                </a:lnTo>
                <a:lnTo>
                  <a:pt x="1093660" y="788847"/>
                </a:lnTo>
                <a:lnTo>
                  <a:pt x="1098677" y="764032"/>
                </a:lnTo>
                <a:lnTo>
                  <a:pt x="1098715" y="757694"/>
                </a:lnTo>
                <a:lnTo>
                  <a:pt x="1097521" y="751878"/>
                </a:lnTo>
                <a:lnTo>
                  <a:pt x="1095971" y="746226"/>
                </a:lnTo>
                <a:lnTo>
                  <a:pt x="1133259" y="725512"/>
                </a:lnTo>
                <a:lnTo>
                  <a:pt x="1136637" y="723633"/>
                </a:lnTo>
                <a:lnTo>
                  <a:pt x="1229080" y="672274"/>
                </a:lnTo>
                <a:close/>
              </a:path>
              <a:path w="1828800" h="1580515">
                <a:moveTo>
                  <a:pt x="1321244" y="764032"/>
                </a:moveTo>
                <a:lnTo>
                  <a:pt x="1317485" y="717575"/>
                </a:lnTo>
                <a:lnTo>
                  <a:pt x="1306588" y="673481"/>
                </a:lnTo>
                <a:lnTo>
                  <a:pt x="1289151" y="632345"/>
                </a:lnTo>
                <a:lnTo>
                  <a:pt x="1265783" y="594779"/>
                </a:lnTo>
                <a:lnTo>
                  <a:pt x="1237068" y="561352"/>
                </a:lnTo>
                <a:lnTo>
                  <a:pt x="1203617" y="532688"/>
                </a:lnTo>
                <a:lnTo>
                  <a:pt x="1166012" y="509346"/>
                </a:lnTo>
                <a:lnTo>
                  <a:pt x="1124864" y="491947"/>
                </a:lnTo>
                <a:lnTo>
                  <a:pt x="1080770" y="481063"/>
                </a:lnTo>
                <a:lnTo>
                  <a:pt x="1034313" y="477304"/>
                </a:lnTo>
                <a:lnTo>
                  <a:pt x="987856" y="481063"/>
                </a:lnTo>
                <a:lnTo>
                  <a:pt x="943749" y="491947"/>
                </a:lnTo>
                <a:lnTo>
                  <a:pt x="902601" y="509346"/>
                </a:lnTo>
                <a:lnTo>
                  <a:pt x="864997" y="532688"/>
                </a:lnTo>
                <a:lnTo>
                  <a:pt x="831545" y="561352"/>
                </a:lnTo>
                <a:lnTo>
                  <a:pt x="802830" y="594779"/>
                </a:lnTo>
                <a:lnTo>
                  <a:pt x="779462" y="632345"/>
                </a:lnTo>
                <a:lnTo>
                  <a:pt x="762038" y="673481"/>
                </a:lnTo>
                <a:lnTo>
                  <a:pt x="751141" y="717575"/>
                </a:lnTo>
                <a:lnTo>
                  <a:pt x="747369" y="764032"/>
                </a:lnTo>
                <a:lnTo>
                  <a:pt x="747369" y="776871"/>
                </a:lnTo>
                <a:lnTo>
                  <a:pt x="828738" y="776871"/>
                </a:lnTo>
                <a:lnTo>
                  <a:pt x="828738" y="751192"/>
                </a:lnTo>
                <a:lnTo>
                  <a:pt x="773404" y="751192"/>
                </a:lnTo>
                <a:lnTo>
                  <a:pt x="776363" y="723011"/>
                </a:lnTo>
                <a:lnTo>
                  <a:pt x="782269" y="695794"/>
                </a:lnTo>
                <a:lnTo>
                  <a:pt x="790943" y="669721"/>
                </a:lnTo>
                <a:lnTo>
                  <a:pt x="802182" y="644893"/>
                </a:lnTo>
                <a:lnTo>
                  <a:pt x="849807" y="672452"/>
                </a:lnTo>
                <a:lnTo>
                  <a:pt x="862660" y="650189"/>
                </a:lnTo>
                <a:lnTo>
                  <a:pt x="815035" y="622630"/>
                </a:lnTo>
                <a:lnTo>
                  <a:pt x="831329" y="600138"/>
                </a:lnTo>
                <a:lnTo>
                  <a:pt x="849807" y="579501"/>
                </a:lnTo>
                <a:lnTo>
                  <a:pt x="870343" y="560920"/>
                </a:lnTo>
                <a:lnTo>
                  <a:pt x="892810" y="544576"/>
                </a:lnTo>
                <a:lnTo>
                  <a:pt x="920381" y="592340"/>
                </a:lnTo>
                <a:lnTo>
                  <a:pt x="942657" y="579501"/>
                </a:lnTo>
                <a:lnTo>
                  <a:pt x="915073" y="531736"/>
                </a:lnTo>
                <a:lnTo>
                  <a:pt x="939914" y="520585"/>
                </a:lnTo>
                <a:lnTo>
                  <a:pt x="966025" y="512102"/>
                </a:lnTo>
                <a:lnTo>
                  <a:pt x="993254" y="506374"/>
                </a:lnTo>
                <a:lnTo>
                  <a:pt x="1021461" y="503491"/>
                </a:lnTo>
                <a:lnTo>
                  <a:pt x="1021461" y="558444"/>
                </a:lnTo>
                <a:lnTo>
                  <a:pt x="1047153" y="558444"/>
                </a:lnTo>
                <a:lnTo>
                  <a:pt x="1047153" y="503669"/>
                </a:lnTo>
                <a:lnTo>
                  <a:pt x="1075359" y="506539"/>
                </a:lnTo>
                <a:lnTo>
                  <a:pt x="1102601" y="512267"/>
                </a:lnTo>
                <a:lnTo>
                  <a:pt x="1128699" y="520763"/>
                </a:lnTo>
                <a:lnTo>
                  <a:pt x="1153541" y="531914"/>
                </a:lnTo>
                <a:lnTo>
                  <a:pt x="1125956" y="579666"/>
                </a:lnTo>
                <a:lnTo>
                  <a:pt x="1148232" y="592505"/>
                </a:lnTo>
                <a:lnTo>
                  <a:pt x="1175804" y="544741"/>
                </a:lnTo>
                <a:lnTo>
                  <a:pt x="1214132" y="574941"/>
                </a:lnTo>
                <a:lnTo>
                  <a:pt x="1246212" y="611670"/>
                </a:lnTo>
                <a:lnTo>
                  <a:pt x="1271066" y="653948"/>
                </a:lnTo>
                <a:lnTo>
                  <a:pt x="1287729" y="700786"/>
                </a:lnTo>
                <a:lnTo>
                  <a:pt x="1295209" y="751192"/>
                </a:lnTo>
                <a:lnTo>
                  <a:pt x="1239875" y="751192"/>
                </a:lnTo>
                <a:lnTo>
                  <a:pt x="1239875" y="776871"/>
                </a:lnTo>
                <a:lnTo>
                  <a:pt x="1321244" y="776871"/>
                </a:lnTo>
                <a:lnTo>
                  <a:pt x="1321244" y="764032"/>
                </a:lnTo>
                <a:close/>
              </a:path>
              <a:path w="1828800" h="1580515">
                <a:moveTo>
                  <a:pt x="1325880" y="952855"/>
                </a:moveTo>
                <a:lnTo>
                  <a:pt x="1175639" y="781164"/>
                </a:lnTo>
                <a:lnTo>
                  <a:pt x="1175639" y="871029"/>
                </a:lnTo>
                <a:lnTo>
                  <a:pt x="1085710" y="871029"/>
                </a:lnTo>
                <a:lnTo>
                  <a:pt x="1085710" y="896708"/>
                </a:lnTo>
                <a:lnTo>
                  <a:pt x="1201343" y="896708"/>
                </a:lnTo>
                <a:lnTo>
                  <a:pt x="1201343" y="849630"/>
                </a:lnTo>
                <a:lnTo>
                  <a:pt x="1290764" y="951826"/>
                </a:lnTo>
                <a:lnTo>
                  <a:pt x="1201343" y="1041184"/>
                </a:lnTo>
                <a:lnTo>
                  <a:pt x="1201343" y="990854"/>
                </a:lnTo>
                <a:lnTo>
                  <a:pt x="982916" y="990854"/>
                </a:lnTo>
                <a:lnTo>
                  <a:pt x="982916" y="1016533"/>
                </a:lnTo>
                <a:lnTo>
                  <a:pt x="1175639" y="1016533"/>
                </a:lnTo>
                <a:lnTo>
                  <a:pt x="1175639" y="1103160"/>
                </a:lnTo>
                <a:lnTo>
                  <a:pt x="1325880" y="952855"/>
                </a:lnTo>
                <a:close/>
              </a:path>
              <a:path w="1828800" h="1580515">
                <a:moveTo>
                  <a:pt x="1828800" y="790270"/>
                </a:moveTo>
                <a:lnTo>
                  <a:pt x="1824037" y="766978"/>
                </a:lnTo>
                <a:lnTo>
                  <a:pt x="1811045" y="747953"/>
                </a:lnTo>
                <a:lnTo>
                  <a:pt x="1792224" y="735418"/>
                </a:lnTo>
                <a:lnTo>
                  <a:pt x="1791792" y="735126"/>
                </a:lnTo>
                <a:lnTo>
                  <a:pt x="1768221" y="730427"/>
                </a:lnTo>
                <a:lnTo>
                  <a:pt x="1759623" y="730427"/>
                </a:lnTo>
                <a:lnTo>
                  <a:pt x="1751495" y="732231"/>
                </a:lnTo>
                <a:lnTo>
                  <a:pt x="1744091" y="735418"/>
                </a:lnTo>
                <a:lnTo>
                  <a:pt x="1732292" y="715238"/>
                </a:lnTo>
                <a:lnTo>
                  <a:pt x="1732292" y="742315"/>
                </a:lnTo>
                <a:lnTo>
                  <a:pt x="1722158" y="751649"/>
                </a:lnTo>
                <a:lnTo>
                  <a:pt x="1714385" y="762990"/>
                </a:lnTo>
                <a:lnTo>
                  <a:pt x="1709394" y="775995"/>
                </a:lnTo>
                <a:lnTo>
                  <a:pt x="1707642" y="790270"/>
                </a:lnTo>
                <a:lnTo>
                  <a:pt x="1709394" y="804532"/>
                </a:lnTo>
                <a:lnTo>
                  <a:pt x="1714385" y="817537"/>
                </a:lnTo>
                <a:lnTo>
                  <a:pt x="1722158" y="828878"/>
                </a:lnTo>
                <a:lnTo>
                  <a:pt x="1732292" y="838187"/>
                </a:lnTo>
                <a:lnTo>
                  <a:pt x="1365465" y="1465795"/>
                </a:lnTo>
                <a:lnTo>
                  <a:pt x="1358049" y="1462608"/>
                </a:lnTo>
                <a:lnTo>
                  <a:pt x="1349908" y="1460779"/>
                </a:lnTo>
                <a:lnTo>
                  <a:pt x="1341335" y="1460779"/>
                </a:lnTo>
                <a:lnTo>
                  <a:pt x="1319326" y="1464881"/>
                </a:lnTo>
                <a:lnTo>
                  <a:pt x="1301000" y="1476146"/>
                </a:lnTo>
                <a:lnTo>
                  <a:pt x="1287856" y="1492999"/>
                </a:lnTo>
                <a:lnTo>
                  <a:pt x="1281430" y="1513878"/>
                </a:lnTo>
                <a:lnTo>
                  <a:pt x="547395" y="1513878"/>
                </a:lnTo>
                <a:lnTo>
                  <a:pt x="541070" y="1493380"/>
                </a:lnTo>
                <a:lnTo>
                  <a:pt x="540956" y="1492999"/>
                </a:lnTo>
                <a:lnTo>
                  <a:pt x="527812" y="1476146"/>
                </a:lnTo>
                <a:lnTo>
                  <a:pt x="510971" y="1465795"/>
                </a:lnTo>
                <a:lnTo>
                  <a:pt x="509485" y="1464881"/>
                </a:lnTo>
                <a:lnTo>
                  <a:pt x="487489" y="1460779"/>
                </a:lnTo>
                <a:lnTo>
                  <a:pt x="478904" y="1460779"/>
                </a:lnTo>
                <a:lnTo>
                  <a:pt x="470750" y="1462608"/>
                </a:lnTo>
                <a:lnTo>
                  <a:pt x="463359" y="1465795"/>
                </a:lnTo>
                <a:lnTo>
                  <a:pt x="100545" y="845108"/>
                </a:lnTo>
                <a:lnTo>
                  <a:pt x="96507" y="838187"/>
                </a:lnTo>
                <a:lnTo>
                  <a:pt x="106629" y="828878"/>
                </a:lnTo>
                <a:lnTo>
                  <a:pt x="114401" y="817537"/>
                </a:lnTo>
                <a:lnTo>
                  <a:pt x="119392" y="804532"/>
                </a:lnTo>
                <a:lnTo>
                  <a:pt x="121158" y="790270"/>
                </a:lnTo>
                <a:lnTo>
                  <a:pt x="119392" y="775995"/>
                </a:lnTo>
                <a:lnTo>
                  <a:pt x="114414" y="762990"/>
                </a:lnTo>
                <a:lnTo>
                  <a:pt x="106641" y="751649"/>
                </a:lnTo>
                <a:lnTo>
                  <a:pt x="96507" y="742315"/>
                </a:lnTo>
                <a:lnTo>
                  <a:pt x="100533" y="735418"/>
                </a:lnTo>
                <a:lnTo>
                  <a:pt x="463372" y="114681"/>
                </a:lnTo>
                <a:lnTo>
                  <a:pt x="470763" y="117868"/>
                </a:lnTo>
                <a:lnTo>
                  <a:pt x="478904" y="119672"/>
                </a:lnTo>
                <a:lnTo>
                  <a:pt x="487489" y="119672"/>
                </a:lnTo>
                <a:lnTo>
                  <a:pt x="509473" y="115582"/>
                </a:lnTo>
                <a:lnTo>
                  <a:pt x="510933" y="114681"/>
                </a:lnTo>
                <a:lnTo>
                  <a:pt x="527799" y="104330"/>
                </a:lnTo>
                <a:lnTo>
                  <a:pt x="540931" y="87503"/>
                </a:lnTo>
                <a:lnTo>
                  <a:pt x="547395" y="66649"/>
                </a:lnTo>
                <a:lnTo>
                  <a:pt x="1281430" y="66649"/>
                </a:lnTo>
                <a:lnTo>
                  <a:pt x="1301013" y="104330"/>
                </a:lnTo>
                <a:lnTo>
                  <a:pt x="1341335" y="119672"/>
                </a:lnTo>
                <a:lnTo>
                  <a:pt x="1349895" y="119672"/>
                </a:lnTo>
                <a:lnTo>
                  <a:pt x="1358036" y="117868"/>
                </a:lnTo>
                <a:lnTo>
                  <a:pt x="1365427" y="114681"/>
                </a:lnTo>
                <a:lnTo>
                  <a:pt x="1732292" y="742315"/>
                </a:lnTo>
                <a:lnTo>
                  <a:pt x="1732292" y="715238"/>
                </a:lnTo>
                <a:lnTo>
                  <a:pt x="1381264" y="114681"/>
                </a:lnTo>
                <a:lnTo>
                  <a:pt x="1377238" y="107784"/>
                </a:lnTo>
                <a:lnTo>
                  <a:pt x="1387360" y="98475"/>
                </a:lnTo>
                <a:lnTo>
                  <a:pt x="1395145" y="87122"/>
                </a:lnTo>
                <a:lnTo>
                  <a:pt x="1400136" y="74117"/>
                </a:lnTo>
                <a:lnTo>
                  <a:pt x="1401051" y="66649"/>
                </a:lnTo>
                <a:lnTo>
                  <a:pt x="1401902" y="59829"/>
                </a:lnTo>
                <a:lnTo>
                  <a:pt x="1400517" y="53098"/>
                </a:lnTo>
                <a:lnTo>
                  <a:pt x="1397139" y="36550"/>
                </a:lnTo>
                <a:lnTo>
                  <a:pt x="1384147" y="17526"/>
                </a:lnTo>
                <a:lnTo>
                  <a:pt x="1364894" y="4711"/>
                </a:lnTo>
                <a:lnTo>
                  <a:pt x="1341335" y="0"/>
                </a:lnTo>
                <a:lnTo>
                  <a:pt x="1319326" y="4102"/>
                </a:lnTo>
                <a:lnTo>
                  <a:pt x="1301000" y="15354"/>
                </a:lnTo>
                <a:lnTo>
                  <a:pt x="1287856" y="32219"/>
                </a:lnTo>
                <a:lnTo>
                  <a:pt x="1281430" y="53098"/>
                </a:lnTo>
                <a:lnTo>
                  <a:pt x="547395" y="53098"/>
                </a:lnTo>
                <a:lnTo>
                  <a:pt x="540956" y="32219"/>
                </a:lnTo>
                <a:lnTo>
                  <a:pt x="527812" y="15354"/>
                </a:lnTo>
                <a:lnTo>
                  <a:pt x="509485" y="4102"/>
                </a:lnTo>
                <a:lnTo>
                  <a:pt x="487489" y="0"/>
                </a:lnTo>
                <a:lnTo>
                  <a:pt x="463905" y="4711"/>
                </a:lnTo>
                <a:lnTo>
                  <a:pt x="444652" y="17526"/>
                </a:lnTo>
                <a:lnTo>
                  <a:pt x="431673" y="36550"/>
                </a:lnTo>
                <a:lnTo>
                  <a:pt x="426910" y="59829"/>
                </a:lnTo>
                <a:lnTo>
                  <a:pt x="428663" y="74117"/>
                </a:lnTo>
                <a:lnTo>
                  <a:pt x="433654" y="87122"/>
                </a:lnTo>
                <a:lnTo>
                  <a:pt x="441439" y="98475"/>
                </a:lnTo>
                <a:lnTo>
                  <a:pt x="451561" y="107784"/>
                </a:lnTo>
                <a:lnTo>
                  <a:pt x="84709" y="735418"/>
                </a:lnTo>
                <a:lnTo>
                  <a:pt x="77317" y="732231"/>
                </a:lnTo>
                <a:lnTo>
                  <a:pt x="69176" y="730427"/>
                </a:lnTo>
                <a:lnTo>
                  <a:pt x="60579" y="730427"/>
                </a:lnTo>
                <a:lnTo>
                  <a:pt x="36995" y="735126"/>
                </a:lnTo>
                <a:lnTo>
                  <a:pt x="17741" y="747953"/>
                </a:lnTo>
                <a:lnTo>
                  <a:pt x="4762" y="766978"/>
                </a:lnTo>
                <a:lnTo>
                  <a:pt x="0" y="790270"/>
                </a:lnTo>
                <a:lnTo>
                  <a:pt x="4762" y="813562"/>
                </a:lnTo>
                <a:lnTo>
                  <a:pt x="17741" y="832573"/>
                </a:lnTo>
                <a:lnTo>
                  <a:pt x="36995" y="845400"/>
                </a:lnTo>
                <a:lnTo>
                  <a:pt x="60579" y="850099"/>
                </a:lnTo>
                <a:lnTo>
                  <a:pt x="69151" y="850099"/>
                </a:lnTo>
                <a:lnTo>
                  <a:pt x="77304" y="848296"/>
                </a:lnTo>
                <a:lnTo>
                  <a:pt x="84709" y="845108"/>
                </a:lnTo>
                <a:lnTo>
                  <a:pt x="451535" y="1472717"/>
                </a:lnTo>
                <a:lnTo>
                  <a:pt x="441413" y="1482039"/>
                </a:lnTo>
                <a:lnTo>
                  <a:pt x="433641" y="1493380"/>
                </a:lnTo>
                <a:lnTo>
                  <a:pt x="428663" y="1506372"/>
                </a:lnTo>
                <a:lnTo>
                  <a:pt x="426910" y="1520621"/>
                </a:lnTo>
                <a:lnTo>
                  <a:pt x="431673" y="1543913"/>
                </a:lnTo>
                <a:lnTo>
                  <a:pt x="444652" y="1562938"/>
                </a:lnTo>
                <a:lnTo>
                  <a:pt x="463905" y="1575752"/>
                </a:lnTo>
                <a:lnTo>
                  <a:pt x="487489" y="1580451"/>
                </a:lnTo>
                <a:lnTo>
                  <a:pt x="509473" y="1576362"/>
                </a:lnTo>
                <a:lnTo>
                  <a:pt x="527799" y="1565122"/>
                </a:lnTo>
                <a:lnTo>
                  <a:pt x="540931" y="1548295"/>
                </a:lnTo>
                <a:lnTo>
                  <a:pt x="547395" y="1527429"/>
                </a:lnTo>
                <a:lnTo>
                  <a:pt x="1281430" y="1527429"/>
                </a:lnTo>
                <a:lnTo>
                  <a:pt x="1287868" y="1548295"/>
                </a:lnTo>
                <a:lnTo>
                  <a:pt x="1301013" y="1565122"/>
                </a:lnTo>
                <a:lnTo>
                  <a:pt x="1319339" y="1576362"/>
                </a:lnTo>
                <a:lnTo>
                  <a:pt x="1341335" y="1580451"/>
                </a:lnTo>
                <a:lnTo>
                  <a:pt x="1364894" y="1575752"/>
                </a:lnTo>
                <a:lnTo>
                  <a:pt x="1384147" y="1562938"/>
                </a:lnTo>
                <a:lnTo>
                  <a:pt x="1397139" y="1543913"/>
                </a:lnTo>
                <a:lnTo>
                  <a:pt x="1400505" y="1527429"/>
                </a:lnTo>
                <a:lnTo>
                  <a:pt x="1401902" y="1520621"/>
                </a:lnTo>
                <a:lnTo>
                  <a:pt x="1401064" y="1513878"/>
                </a:lnTo>
                <a:lnTo>
                  <a:pt x="1400136" y="1506372"/>
                </a:lnTo>
                <a:lnTo>
                  <a:pt x="1395158" y="1493380"/>
                </a:lnTo>
                <a:lnTo>
                  <a:pt x="1387386" y="1482039"/>
                </a:lnTo>
                <a:lnTo>
                  <a:pt x="1377289" y="1472717"/>
                </a:lnTo>
                <a:lnTo>
                  <a:pt x="1381290" y="1465795"/>
                </a:lnTo>
                <a:lnTo>
                  <a:pt x="1744078" y="845108"/>
                </a:lnTo>
                <a:lnTo>
                  <a:pt x="1751584" y="848296"/>
                </a:lnTo>
                <a:lnTo>
                  <a:pt x="1759623" y="850099"/>
                </a:lnTo>
                <a:lnTo>
                  <a:pt x="1768221" y="850099"/>
                </a:lnTo>
                <a:lnTo>
                  <a:pt x="1791792" y="845400"/>
                </a:lnTo>
                <a:lnTo>
                  <a:pt x="1792224" y="845108"/>
                </a:lnTo>
                <a:lnTo>
                  <a:pt x="1811045" y="832573"/>
                </a:lnTo>
                <a:lnTo>
                  <a:pt x="1824037" y="813562"/>
                </a:lnTo>
                <a:lnTo>
                  <a:pt x="1828800" y="790270"/>
                </a:lnTo>
                <a:close/>
              </a:path>
            </a:pathLst>
          </a:custGeom>
          <a:solidFill>
            <a:srgbClr val="2A6A83"/>
          </a:solidFill>
        </p:spPr>
        <p:txBody>
          <a:bodyPr wrap="square" lIns="0" tIns="0" rIns="0" bIns="0" rtlCol="0"/>
          <a:lstStyle/>
          <a:p>
            <a:endParaRPr/>
          </a:p>
        </p:txBody>
      </p:sp>
      <p:sp>
        <p:nvSpPr>
          <p:cNvPr id="14" name="object 14"/>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5" name="object 15"/>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35" dirty="0"/>
              <a:t>Great</a:t>
            </a:r>
            <a:r>
              <a:rPr spc="-155" dirty="0"/>
              <a:t> </a:t>
            </a:r>
            <a:r>
              <a:rPr spc="-25" dirty="0"/>
              <a:t>Leader</a:t>
            </a:r>
            <a:r>
              <a:rPr spc="-155" dirty="0"/>
              <a:t> </a:t>
            </a:r>
            <a:r>
              <a:rPr spc="-10" dirty="0"/>
              <a:t>Profile Characteristics</a:t>
            </a:r>
            <a:r>
              <a:rPr spc="-175" dirty="0"/>
              <a:t> </a:t>
            </a:r>
            <a:r>
              <a:rPr spc="-20" dirty="0"/>
              <a:t>&amp;</a:t>
            </a:r>
            <a:r>
              <a:rPr spc="-170" dirty="0"/>
              <a:t> </a:t>
            </a:r>
            <a:r>
              <a:rPr spc="-10" dirty="0"/>
              <a:t>Behaviors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a:spLocks noGrp="1"/>
          </p:cNvSpPr>
          <p:nvPr>
            <p:ph type="body" idx="1"/>
          </p:nvPr>
        </p:nvSpPr>
        <p:spPr>
          <a:xfrm>
            <a:off x="1130300" y="1496870"/>
            <a:ext cx="4465955" cy="4226798"/>
          </a:xfrm>
          <a:prstGeom prst="rect">
            <a:avLst/>
          </a:prstGeom>
        </p:spPr>
        <p:txBody>
          <a:bodyPr vert="horz" wrap="square" lIns="0" tIns="60960" rIns="0" bIns="0" rtlCol="0">
            <a:spAutoFit/>
          </a:bodyPr>
          <a:lstStyle/>
          <a:p>
            <a:pPr marL="12700">
              <a:lnSpc>
                <a:spcPct val="100000"/>
              </a:lnSpc>
              <a:spcBef>
                <a:spcPts val="480"/>
              </a:spcBef>
            </a:pPr>
            <a:r>
              <a:rPr dirty="0">
                <a:latin typeface="Calibri Light" panose="020F0302020204030204" pitchFamily="34" charset="0"/>
                <a:ea typeface="Calibri Light" panose="020F0302020204030204" pitchFamily="34" charset="0"/>
                <a:cs typeface="Calibri Light" panose="020F0302020204030204" pitchFamily="34" charset="0"/>
              </a:rPr>
              <a:t>MANAGEMENT &amp; INDIVIDUAL CONTRIBUTOR</a:t>
            </a:r>
          </a:p>
          <a:p>
            <a:pPr marL="12700">
              <a:lnSpc>
                <a:spcPct val="100000"/>
              </a:lnSpc>
              <a:spcBef>
                <a:spcPts val="570"/>
              </a:spcBef>
            </a:pPr>
            <a:r>
              <a:rPr sz="1800" b="0"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Drives Customer Centricity</a:t>
            </a:r>
          </a:p>
          <a:p>
            <a:pPr marL="241300" indent="-228600">
              <a:lnSpc>
                <a:spcPct val="100000"/>
              </a:lnSpc>
              <a:spcBef>
                <a:spcPts val="1230"/>
              </a:spcBef>
              <a:buAutoNum type="arabicPeriod"/>
              <a:tabLst>
                <a:tab pos="240665"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Pushes Entegris’ agenda without appearing arrogant.</a:t>
            </a:r>
          </a:p>
          <a:p>
            <a:pPr marL="241300" marR="220979" indent="-228600">
              <a:lnSpc>
                <a:spcPct val="100000"/>
              </a:lnSpc>
              <a:spcBef>
                <a:spcPts val="1350"/>
              </a:spcBef>
              <a:buAutoNum type="arabicPeriod"/>
              <a:tabLst>
                <a:tab pos="241300"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Shares and aligns Entegris’ R&amp;D roadmap with the customer’s R&amp;D roadmap.</a:t>
            </a:r>
          </a:p>
          <a:p>
            <a:pPr marL="241300" marR="480059" indent="-228600">
              <a:lnSpc>
                <a:spcPct val="100000"/>
              </a:lnSpc>
              <a:spcBef>
                <a:spcPts val="1350"/>
              </a:spcBef>
              <a:buAutoNum type="arabicPeriod"/>
              <a:tabLst>
                <a:tab pos="241300"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Tailors’ communication with the customer based upon the technical expertise and expectations of the audience.</a:t>
            </a:r>
          </a:p>
          <a:p>
            <a:pPr marL="241300" marR="288925" indent="-228600">
              <a:lnSpc>
                <a:spcPct val="100000"/>
              </a:lnSpc>
              <a:spcBef>
                <a:spcPts val="1350"/>
              </a:spcBef>
              <a:buAutoNum type="arabicPeriod"/>
              <a:tabLst>
                <a:tab pos="241300"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Communicates challenges and issues with the customer with transparency.</a:t>
            </a:r>
          </a:p>
          <a:p>
            <a:pPr marL="241300" indent="-228600">
              <a:lnSpc>
                <a:spcPct val="100000"/>
              </a:lnSpc>
              <a:spcBef>
                <a:spcPts val="1350"/>
              </a:spcBef>
              <a:buAutoNum type="arabicPeriod"/>
              <a:tabLst>
                <a:tab pos="240665"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Exhibits a sense of urgency that mirrors the situation.</a:t>
            </a:r>
          </a:p>
          <a:p>
            <a:pPr marL="241300" indent="-228600">
              <a:lnSpc>
                <a:spcPct val="100000"/>
              </a:lnSpc>
              <a:spcBef>
                <a:spcPts val="1350"/>
              </a:spcBef>
              <a:buAutoNum type="arabicPeriod"/>
              <a:tabLst>
                <a:tab pos="240665"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Takes personal ownership for issues related to Entegris’ solutions.</a:t>
            </a:r>
          </a:p>
          <a:p>
            <a:pPr marL="241300" indent="-228600">
              <a:lnSpc>
                <a:spcPct val="100000"/>
              </a:lnSpc>
              <a:spcBef>
                <a:spcPts val="1350"/>
              </a:spcBef>
              <a:buAutoNum type="arabicPeriod"/>
              <a:tabLst>
                <a:tab pos="240665"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Empathizes with the customer when they are facing issues.</a:t>
            </a:r>
          </a:p>
          <a:p>
            <a:pPr marL="241300" marR="434340" indent="-228600">
              <a:lnSpc>
                <a:spcPct val="100000"/>
              </a:lnSpc>
              <a:spcBef>
                <a:spcPts val="1350"/>
              </a:spcBef>
              <a:buAutoNum type="arabicPeriod"/>
              <a:tabLst>
                <a:tab pos="241300" algn="l"/>
              </a:tabLst>
            </a:pPr>
            <a:r>
              <a:rPr b="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Uses a One Entegris – solution mindset when meeting with customers.</a:t>
            </a:r>
          </a:p>
        </p:txBody>
      </p:sp>
      <p:grpSp>
        <p:nvGrpSpPr>
          <p:cNvPr id="13" name="object 13"/>
          <p:cNvGrpSpPr/>
          <p:nvPr/>
        </p:nvGrpSpPr>
        <p:grpSpPr>
          <a:xfrm>
            <a:off x="7315200" y="5091286"/>
            <a:ext cx="1828800" cy="1580515"/>
            <a:chOff x="7315200" y="5091286"/>
            <a:chExt cx="1828800" cy="1580515"/>
          </a:xfrm>
        </p:grpSpPr>
        <p:sp>
          <p:nvSpPr>
            <p:cNvPr id="14" name="object 14"/>
            <p:cNvSpPr/>
            <p:nvPr/>
          </p:nvSpPr>
          <p:spPr>
            <a:xfrm>
              <a:off x="7315200" y="5091290"/>
              <a:ext cx="1828800" cy="1580515"/>
            </a:xfrm>
            <a:custGeom>
              <a:avLst/>
              <a:gdLst/>
              <a:ahLst/>
              <a:cxnLst/>
              <a:rect l="l" t="t" r="r" b="b"/>
              <a:pathLst>
                <a:path w="1828800" h="1580515">
                  <a:moveTo>
                    <a:pt x="1268374" y="962964"/>
                  </a:moveTo>
                  <a:lnTo>
                    <a:pt x="1251775" y="920826"/>
                  </a:lnTo>
                  <a:lnTo>
                    <a:pt x="1229601" y="913130"/>
                  </a:lnTo>
                  <a:lnTo>
                    <a:pt x="1224368" y="913130"/>
                  </a:lnTo>
                  <a:lnTo>
                    <a:pt x="1219136" y="914869"/>
                  </a:lnTo>
                  <a:lnTo>
                    <a:pt x="1076553" y="1003249"/>
                  </a:lnTo>
                  <a:lnTo>
                    <a:pt x="1076604" y="1003071"/>
                  </a:lnTo>
                  <a:lnTo>
                    <a:pt x="1070610" y="963612"/>
                  </a:lnTo>
                  <a:lnTo>
                    <a:pt x="773658" y="916190"/>
                  </a:lnTo>
                  <a:lnTo>
                    <a:pt x="767130" y="915860"/>
                  </a:lnTo>
                  <a:lnTo>
                    <a:pt x="760641" y="916190"/>
                  </a:lnTo>
                  <a:lnTo>
                    <a:pt x="587971" y="973378"/>
                  </a:lnTo>
                  <a:lnTo>
                    <a:pt x="579259" y="981671"/>
                  </a:lnTo>
                  <a:lnTo>
                    <a:pt x="580999" y="987348"/>
                  </a:lnTo>
                  <a:lnTo>
                    <a:pt x="583184" y="993025"/>
                  </a:lnTo>
                  <a:lnTo>
                    <a:pt x="589280" y="996518"/>
                  </a:lnTo>
                  <a:lnTo>
                    <a:pt x="594944" y="994333"/>
                  </a:lnTo>
                  <a:lnTo>
                    <a:pt x="760145" y="938022"/>
                  </a:lnTo>
                  <a:lnTo>
                    <a:pt x="765822" y="937145"/>
                  </a:lnTo>
                  <a:lnTo>
                    <a:pt x="771042" y="938022"/>
                  </a:lnTo>
                  <a:lnTo>
                    <a:pt x="1052626" y="973810"/>
                  </a:lnTo>
                  <a:lnTo>
                    <a:pt x="1056982" y="979487"/>
                  </a:lnTo>
                  <a:lnTo>
                    <a:pt x="1055243" y="1000887"/>
                  </a:lnTo>
                  <a:lnTo>
                    <a:pt x="1054811" y="1008735"/>
                  </a:lnTo>
                  <a:lnTo>
                    <a:pt x="1048270" y="1014857"/>
                  </a:lnTo>
                  <a:lnTo>
                    <a:pt x="1040422" y="1014857"/>
                  </a:lnTo>
                  <a:lnTo>
                    <a:pt x="1021346" y="1015212"/>
                  </a:lnTo>
                  <a:lnTo>
                    <a:pt x="1021346" y="1037463"/>
                  </a:lnTo>
                  <a:lnTo>
                    <a:pt x="982459" y="1061567"/>
                  </a:lnTo>
                  <a:lnTo>
                    <a:pt x="941273" y="1038936"/>
                  </a:lnTo>
                  <a:lnTo>
                    <a:pt x="1021346" y="1037463"/>
                  </a:lnTo>
                  <a:lnTo>
                    <a:pt x="1021346" y="1015212"/>
                  </a:lnTo>
                  <a:lnTo>
                    <a:pt x="902119" y="1017397"/>
                  </a:lnTo>
                  <a:lnTo>
                    <a:pt x="897026" y="1014412"/>
                  </a:lnTo>
                  <a:lnTo>
                    <a:pt x="890485" y="1016596"/>
                  </a:lnTo>
                  <a:lnTo>
                    <a:pt x="890143" y="1017181"/>
                  </a:lnTo>
                  <a:lnTo>
                    <a:pt x="840359" y="1015288"/>
                  </a:lnTo>
                  <a:lnTo>
                    <a:pt x="834682" y="1014412"/>
                  </a:lnTo>
                  <a:lnTo>
                    <a:pt x="829462" y="1019657"/>
                  </a:lnTo>
                  <a:lnTo>
                    <a:pt x="828586" y="1031875"/>
                  </a:lnTo>
                  <a:lnTo>
                    <a:pt x="833374" y="1037120"/>
                  </a:lnTo>
                  <a:lnTo>
                    <a:pt x="839482" y="1037120"/>
                  </a:lnTo>
                  <a:lnTo>
                    <a:pt x="896480" y="1039253"/>
                  </a:lnTo>
                  <a:lnTo>
                    <a:pt x="897191" y="1039647"/>
                  </a:lnTo>
                  <a:lnTo>
                    <a:pt x="897013" y="1039736"/>
                  </a:lnTo>
                  <a:lnTo>
                    <a:pt x="897343" y="1039736"/>
                  </a:lnTo>
                  <a:lnTo>
                    <a:pt x="977658" y="1083830"/>
                  </a:lnTo>
                  <a:lnTo>
                    <a:pt x="981151" y="1086015"/>
                  </a:lnTo>
                  <a:lnTo>
                    <a:pt x="985075" y="1086015"/>
                  </a:lnTo>
                  <a:lnTo>
                    <a:pt x="1227861" y="935393"/>
                  </a:lnTo>
                  <a:lnTo>
                    <a:pt x="1236573" y="935393"/>
                  </a:lnTo>
                  <a:lnTo>
                    <a:pt x="1242250" y="939761"/>
                  </a:lnTo>
                  <a:lnTo>
                    <a:pt x="1246606" y="955916"/>
                  </a:lnTo>
                  <a:lnTo>
                    <a:pt x="1248346" y="964209"/>
                  </a:lnTo>
                  <a:lnTo>
                    <a:pt x="1245298" y="972947"/>
                  </a:lnTo>
                  <a:lnTo>
                    <a:pt x="981583" y="1168971"/>
                  </a:lnTo>
                  <a:lnTo>
                    <a:pt x="974610" y="1172032"/>
                  </a:lnTo>
                  <a:lnTo>
                    <a:pt x="955865" y="1177696"/>
                  </a:lnTo>
                  <a:lnTo>
                    <a:pt x="950201" y="1179880"/>
                  </a:lnTo>
                  <a:lnTo>
                    <a:pt x="943660" y="1179449"/>
                  </a:lnTo>
                  <a:lnTo>
                    <a:pt x="688670" y="1094752"/>
                  </a:lnTo>
                  <a:lnTo>
                    <a:pt x="677951" y="1092276"/>
                  </a:lnTo>
                  <a:lnTo>
                    <a:pt x="561390" y="1139278"/>
                  </a:lnTo>
                  <a:lnTo>
                    <a:pt x="558774" y="1146263"/>
                  </a:lnTo>
                  <a:lnTo>
                    <a:pt x="564007" y="1156741"/>
                  </a:lnTo>
                  <a:lnTo>
                    <a:pt x="570547" y="1159357"/>
                  </a:lnTo>
                  <a:lnTo>
                    <a:pt x="576211" y="1156741"/>
                  </a:lnTo>
                  <a:lnTo>
                    <a:pt x="655535" y="1117892"/>
                  </a:lnTo>
                  <a:lnTo>
                    <a:pt x="661898" y="1115529"/>
                  </a:lnTo>
                  <a:lnTo>
                    <a:pt x="668451" y="1114386"/>
                  </a:lnTo>
                  <a:lnTo>
                    <a:pt x="675093" y="1114564"/>
                  </a:lnTo>
                  <a:lnTo>
                    <a:pt x="681697" y="1116139"/>
                  </a:lnTo>
                  <a:lnTo>
                    <a:pt x="936256" y="1200835"/>
                  </a:lnTo>
                  <a:lnTo>
                    <a:pt x="941920" y="1201712"/>
                  </a:lnTo>
                  <a:lnTo>
                    <a:pt x="947585" y="1201712"/>
                  </a:lnTo>
                  <a:lnTo>
                    <a:pt x="946277" y="1200404"/>
                  </a:lnTo>
                  <a:lnTo>
                    <a:pt x="951077" y="1200404"/>
                  </a:lnTo>
                  <a:lnTo>
                    <a:pt x="993140" y="1185887"/>
                  </a:lnTo>
                  <a:lnTo>
                    <a:pt x="1250962" y="994765"/>
                  </a:lnTo>
                  <a:lnTo>
                    <a:pt x="1265885" y="975118"/>
                  </a:lnTo>
                  <a:lnTo>
                    <a:pt x="1268374" y="962964"/>
                  </a:lnTo>
                  <a:close/>
                </a:path>
                <a:path w="1828800" h="1580515">
                  <a:moveTo>
                    <a:pt x="1828800" y="790270"/>
                  </a:moveTo>
                  <a:lnTo>
                    <a:pt x="1824037" y="766978"/>
                  </a:lnTo>
                  <a:lnTo>
                    <a:pt x="1811045" y="747953"/>
                  </a:lnTo>
                  <a:lnTo>
                    <a:pt x="1792224" y="735418"/>
                  </a:lnTo>
                  <a:lnTo>
                    <a:pt x="1791792" y="735126"/>
                  </a:lnTo>
                  <a:lnTo>
                    <a:pt x="1768221" y="730427"/>
                  </a:lnTo>
                  <a:lnTo>
                    <a:pt x="1759623" y="730427"/>
                  </a:lnTo>
                  <a:lnTo>
                    <a:pt x="1751495" y="732231"/>
                  </a:lnTo>
                  <a:lnTo>
                    <a:pt x="1744091" y="735418"/>
                  </a:lnTo>
                  <a:lnTo>
                    <a:pt x="1732292" y="715238"/>
                  </a:lnTo>
                  <a:lnTo>
                    <a:pt x="1732292" y="742315"/>
                  </a:lnTo>
                  <a:lnTo>
                    <a:pt x="1722158" y="751649"/>
                  </a:lnTo>
                  <a:lnTo>
                    <a:pt x="1714385" y="762990"/>
                  </a:lnTo>
                  <a:lnTo>
                    <a:pt x="1709394" y="775995"/>
                  </a:lnTo>
                  <a:lnTo>
                    <a:pt x="1707642" y="790270"/>
                  </a:lnTo>
                  <a:lnTo>
                    <a:pt x="1709394" y="804532"/>
                  </a:lnTo>
                  <a:lnTo>
                    <a:pt x="1714385" y="817537"/>
                  </a:lnTo>
                  <a:lnTo>
                    <a:pt x="1722158" y="828878"/>
                  </a:lnTo>
                  <a:lnTo>
                    <a:pt x="1732292" y="838187"/>
                  </a:lnTo>
                  <a:lnTo>
                    <a:pt x="1365465" y="1465795"/>
                  </a:lnTo>
                  <a:lnTo>
                    <a:pt x="1358049" y="1462608"/>
                  </a:lnTo>
                  <a:lnTo>
                    <a:pt x="1349908" y="1460779"/>
                  </a:lnTo>
                  <a:lnTo>
                    <a:pt x="1341335" y="1460779"/>
                  </a:lnTo>
                  <a:lnTo>
                    <a:pt x="1319326" y="1464881"/>
                  </a:lnTo>
                  <a:lnTo>
                    <a:pt x="1301000" y="1476146"/>
                  </a:lnTo>
                  <a:lnTo>
                    <a:pt x="1287856" y="1492999"/>
                  </a:lnTo>
                  <a:lnTo>
                    <a:pt x="1281430" y="1513878"/>
                  </a:lnTo>
                  <a:lnTo>
                    <a:pt x="547395" y="1513878"/>
                  </a:lnTo>
                  <a:lnTo>
                    <a:pt x="541070" y="1493380"/>
                  </a:lnTo>
                  <a:lnTo>
                    <a:pt x="540956" y="1492999"/>
                  </a:lnTo>
                  <a:lnTo>
                    <a:pt x="527812" y="1476146"/>
                  </a:lnTo>
                  <a:lnTo>
                    <a:pt x="510971" y="1465795"/>
                  </a:lnTo>
                  <a:lnTo>
                    <a:pt x="509485" y="1464881"/>
                  </a:lnTo>
                  <a:lnTo>
                    <a:pt x="487489" y="1460779"/>
                  </a:lnTo>
                  <a:lnTo>
                    <a:pt x="478904" y="1460779"/>
                  </a:lnTo>
                  <a:lnTo>
                    <a:pt x="470750" y="1462608"/>
                  </a:lnTo>
                  <a:lnTo>
                    <a:pt x="463359" y="1465795"/>
                  </a:lnTo>
                  <a:lnTo>
                    <a:pt x="100545" y="845108"/>
                  </a:lnTo>
                  <a:lnTo>
                    <a:pt x="96507" y="838187"/>
                  </a:lnTo>
                  <a:lnTo>
                    <a:pt x="106629" y="828878"/>
                  </a:lnTo>
                  <a:lnTo>
                    <a:pt x="114401" y="817537"/>
                  </a:lnTo>
                  <a:lnTo>
                    <a:pt x="119392" y="804532"/>
                  </a:lnTo>
                  <a:lnTo>
                    <a:pt x="121158" y="790270"/>
                  </a:lnTo>
                  <a:lnTo>
                    <a:pt x="119392" y="775995"/>
                  </a:lnTo>
                  <a:lnTo>
                    <a:pt x="114414" y="762990"/>
                  </a:lnTo>
                  <a:lnTo>
                    <a:pt x="106641" y="751649"/>
                  </a:lnTo>
                  <a:lnTo>
                    <a:pt x="96507" y="742315"/>
                  </a:lnTo>
                  <a:lnTo>
                    <a:pt x="100533" y="735418"/>
                  </a:lnTo>
                  <a:lnTo>
                    <a:pt x="463372" y="114681"/>
                  </a:lnTo>
                  <a:lnTo>
                    <a:pt x="470763" y="117868"/>
                  </a:lnTo>
                  <a:lnTo>
                    <a:pt x="478904" y="119672"/>
                  </a:lnTo>
                  <a:lnTo>
                    <a:pt x="487489" y="119672"/>
                  </a:lnTo>
                  <a:lnTo>
                    <a:pt x="509473" y="115582"/>
                  </a:lnTo>
                  <a:lnTo>
                    <a:pt x="510933" y="114681"/>
                  </a:lnTo>
                  <a:lnTo>
                    <a:pt x="527799" y="104330"/>
                  </a:lnTo>
                  <a:lnTo>
                    <a:pt x="540931" y="87503"/>
                  </a:lnTo>
                  <a:lnTo>
                    <a:pt x="547395" y="66649"/>
                  </a:lnTo>
                  <a:lnTo>
                    <a:pt x="1281430" y="66649"/>
                  </a:lnTo>
                  <a:lnTo>
                    <a:pt x="1301013" y="104330"/>
                  </a:lnTo>
                  <a:lnTo>
                    <a:pt x="1341335" y="119672"/>
                  </a:lnTo>
                  <a:lnTo>
                    <a:pt x="1349895" y="119672"/>
                  </a:lnTo>
                  <a:lnTo>
                    <a:pt x="1358036" y="117868"/>
                  </a:lnTo>
                  <a:lnTo>
                    <a:pt x="1365427" y="114681"/>
                  </a:lnTo>
                  <a:lnTo>
                    <a:pt x="1732292" y="742315"/>
                  </a:lnTo>
                  <a:lnTo>
                    <a:pt x="1732292" y="715238"/>
                  </a:lnTo>
                  <a:lnTo>
                    <a:pt x="1381264" y="114681"/>
                  </a:lnTo>
                  <a:lnTo>
                    <a:pt x="1377238" y="107784"/>
                  </a:lnTo>
                  <a:lnTo>
                    <a:pt x="1387360" y="98475"/>
                  </a:lnTo>
                  <a:lnTo>
                    <a:pt x="1395145" y="87122"/>
                  </a:lnTo>
                  <a:lnTo>
                    <a:pt x="1400136" y="74117"/>
                  </a:lnTo>
                  <a:lnTo>
                    <a:pt x="1401051" y="66649"/>
                  </a:lnTo>
                  <a:lnTo>
                    <a:pt x="1401902" y="59829"/>
                  </a:lnTo>
                  <a:lnTo>
                    <a:pt x="1400517" y="53098"/>
                  </a:lnTo>
                  <a:lnTo>
                    <a:pt x="1397139" y="36550"/>
                  </a:lnTo>
                  <a:lnTo>
                    <a:pt x="1384147" y="17526"/>
                  </a:lnTo>
                  <a:lnTo>
                    <a:pt x="1364894" y="4711"/>
                  </a:lnTo>
                  <a:lnTo>
                    <a:pt x="1341335" y="0"/>
                  </a:lnTo>
                  <a:lnTo>
                    <a:pt x="1319326" y="4102"/>
                  </a:lnTo>
                  <a:lnTo>
                    <a:pt x="1301000" y="15354"/>
                  </a:lnTo>
                  <a:lnTo>
                    <a:pt x="1287856" y="32219"/>
                  </a:lnTo>
                  <a:lnTo>
                    <a:pt x="1281430" y="53098"/>
                  </a:lnTo>
                  <a:lnTo>
                    <a:pt x="547395" y="53098"/>
                  </a:lnTo>
                  <a:lnTo>
                    <a:pt x="540956" y="32219"/>
                  </a:lnTo>
                  <a:lnTo>
                    <a:pt x="527812" y="15354"/>
                  </a:lnTo>
                  <a:lnTo>
                    <a:pt x="509485" y="4102"/>
                  </a:lnTo>
                  <a:lnTo>
                    <a:pt x="487489" y="0"/>
                  </a:lnTo>
                  <a:lnTo>
                    <a:pt x="463905" y="4711"/>
                  </a:lnTo>
                  <a:lnTo>
                    <a:pt x="444652" y="17526"/>
                  </a:lnTo>
                  <a:lnTo>
                    <a:pt x="431673" y="36550"/>
                  </a:lnTo>
                  <a:lnTo>
                    <a:pt x="426910" y="59829"/>
                  </a:lnTo>
                  <a:lnTo>
                    <a:pt x="428663" y="74117"/>
                  </a:lnTo>
                  <a:lnTo>
                    <a:pt x="433654" y="87122"/>
                  </a:lnTo>
                  <a:lnTo>
                    <a:pt x="441439" y="98475"/>
                  </a:lnTo>
                  <a:lnTo>
                    <a:pt x="451561" y="107784"/>
                  </a:lnTo>
                  <a:lnTo>
                    <a:pt x="84709" y="735418"/>
                  </a:lnTo>
                  <a:lnTo>
                    <a:pt x="77317" y="732231"/>
                  </a:lnTo>
                  <a:lnTo>
                    <a:pt x="69176" y="730427"/>
                  </a:lnTo>
                  <a:lnTo>
                    <a:pt x="60579" y="730427"/>
                  </a:lnTo>
                  <a:lnTo>
                    <a:pt x="36995" y="735126"/>
                  </a:lnTo>
                  <a:lnTo>
                    <a:pt x="17741" y="747953"/>
                  </a:lnTo>
                  <a:lnTo>
                    <a:pt x="4762" y="766978"/>
                  </a:lnTo>
                  <a:lnTo>
                    <a:pt x="0" y="790270"/>
                  </a:lnTo>
                  <a:lnTo>
                    <a:pt x="4762" y="813562"/>
                  </a:lnTo>
                  <a:lnTo>
                    <a:pt x="17741" y="832573"/>
                  </a:lnTo>
                  <a:lnTo>
                    <a:pt x="36995" y="845400"/>
                  </a:lnTo>
                  <a:lnTo>
                    <a:pt x="60579" y="850099"/>
                  </a:lnTo>
                  <a:lnTo>
                    <a:pt x="69151" y="850099"/>
                  </a:lnTo>
                  <a:lnTo>
                    <a:pt x="77304" y="848296"/>
                  </a:lnTo>
                  <a:lnTo>
                    <a:pt x="84709" y="845108"/>
                  </a:lnTo>
                  <a:lnTo>
                    <a:pt x="451535" y="1472717"/>
                  </a:lnTo>
                  <a:lnTo>
                    <a:pt x="441413" y="1482039"/>
                  </a:lnTo>
                  <a:lnTo>
                    <a:pt x="433641" y="1493380"/>
                  </a:lnTo>
                  <a:lnTo>
                    <a:pt x="428663" y="1506372"/>
                  </a:lnTo>
                  <a:lnTo>
                    <a:pt x="426910" y="1520621"/>
                  </a:lnTo>
                  <a:lnTo>
                    <a:pt x="431673" y="1543913"/>
                  </a:lnTo>
                  <a:lnTo>
                    <a:pt x="444652" y="1562938"/>
                  </a:lnTo>
                  <a:lnTo>
                    <a:pt x="463905" y="1575752"/>
                  </a:lnTo>
                  <a:lnTo>
                    <a:pt x="487489" y="1580451"/>
                  </a:lnTo>
                  <a:lnTo>
                    <a:pt x="509473" y="1576362"/>
                  </a:lnTo>
                  <a:lnTo>
                    <a:pt x="527799" y="1565122"/>
                  </a:lnTo>
                  <a:lnTo>
                    <a:pt x="540931" y="1548295"/>
                  </a:lnTo>
                  <a:lnTo>
                    <a:pt x="547395" y="1527429"/>
                  </a:lnTo>
                  <a:lnTo>
                    <a:pt x="1281430" y="1527429"/>
                  </a:lnTo>
                  <a:lnTo>
                    <a:pt x="1287868" y="1548295"/>
                  </a:lnTo>
                  <a:lnTo>
                    <a:pt x="1301013" y="1565122"/>
                  </a:lnTo>
                  <a:lnTo>
                    <a:pt x="1319339" y="1576362"/>
                  </a:lnTo>
                  <a:lnTo>
                    <a:pt x="1341335" y="1580451"/>
                  </a:lnTo>
                  <a:lnTo>
                    <a:pt x="1364894" y="1575752"/>
                  </a:lnTo>
                  <a:lnTo>
                    <a:pt x="1384147" y="1562938"/>
                  </a:lnTo>
                  <a:lnTo>
                    <a:pt x="1397139" y="1543913"/>
                  </a:lnTo>
                  <a:lnTo>
                    <a:pt x="1400505" y="1527429"/>
                  </a:lnTo>
                  <a:lnTo>
                    <a:pt x="1401902" y="1520621"/>
                  </a:lnTo>
                  <a:lnTo>
                    <a:pt x="1401064" y="1513878"/>
                  </a:lnTo>
                  <a:lnTo>
                    <a:pt x="1400136" y="1506372"/>
                  </a:lnTo>
                  <a:lnTo>
                    <a:pt x="1395158" y="1493380"/>
                  </a:lnTo>
                  <a:lnTo>
                    <a:pt x="1387386" y="1482039"/>
                  </a:lnTo>
                  <a:lnTo>
                    <a:pt x="1377289" y="1472717"/>
                  </a:lnTo>
                  <a:lnTo>
                    <a:pt x="1381290" y="1465795"/>
                  </a:lnTo>
                  <a:lnTo>
                    <a:pt x="1744078" y="845108"/>
                  </a:lnTo>
                  <a:lnTo>
                    <a:pt x="1751584" y="848296"/>
                  </a:lnTo>
                  <a:lnTo>
                    <a:pt x="1759623" y="850099"/>
                  </a:lnTo>
                  <a:lnTo>
                    <a:pt x="1768221" y="850099"/>
                  </a:lnTo>
                  <a:lnTo>
                    <a:pt x="1791792" y="845400"/>
                  </a:lnTo>
                  <a:lnTo>
                    <a:pt x="1792224" y="845108"/>
                  </a:lnTo>
                  <a:lnTo>
                    <a:pt x="1811045" y="832573"/>
                  </a:lnTo>
                  <a:lnTo>
                    <a:pt x="1824037" y="813562"/>
                  </a:lnTo>
                  <a:lnTo>
                    <a:pt x="1828800" y="790270"/>
                  </a:lnTo>
                  <a:close/>
                </a:path>
              </a:pathLst>
            </a:custGeom>
            <a:solidFill>
              <a:srgbClr val="2A6A83"/>
            </a:solidFill>
          </p:spPr>
          <p:txBody>
            <a:bodyPr wrap="square" lIns="0" tIns="0" rIns="0" bIns="0" rtlCol="0"/>
            <a:lstStyle/>
            <a:p>
              <a:endParaRPr/>
            </a:p>
          </p:txBody>
        </p:sp>
        <p:pic>
          <p:nvPicPr>
            <p:cNvPr id="15" name="object 15"/>
            <p:cNvPicPr/>
            <p:nvPr/>
          </p:nvPicPr>
          <p:blipFill>
            <a:blip r:embed="rId4" cstate="print"/>
            <a:stretch>
              <a:fillRect/>
            </a:stretch>
          </p:blipFill>
          <p:spPr>
            <a:xfrm>
              <a:off x="8339070" y="5996447"/>
              <a:ext cx="169557" cy="66471"/>
            </a:xfrm>
            <a:prstGeom prst="rect">
              <a:avLst/>
            </a:prstGeom>
          </p:spPr>
        </p:pic>
        <p:sp>
          <p:nvSpPr>
            <p:cNvPr id="16" name="object 16"/>
            <p:cNvSpPr/>
            <p:nvPr/>
          </p:nvSpPr>
          <p:spPr>
            <a:xfrm>
              <a:off x="8150758" y="5470042"/>
              <a:ext cx="243840" cy="530225"/>
            </a:xfrm>
            <a:custGeom>
              <a:avLst/>
              <a:gdLst/>
              <a:ahLst/>
              <a:cxnLst/>
              <a:rect l="l" t="t" r="r" b="b"/>
              <a:pathLst>
                <a:path w="243840" h="530225">
                  <a:moveTo>
                    <a:pt x="183070" y="73774"/>
                  </a:moveTo>
                  <a:lnTo>
                    <a:pt x="178244" y="45123"/>
                  </a:lnTo>
                  <a:lnTo>
                    <a:pt x="165176" y="21818"/>
                  </a:lnTo>
                  <a:lnTo>
                    <a:pt x="165087" y="21666"/>
                  </a:lnTo>
                  <a:lnTo>
                    <a:pt x="160845" y="18224"/>
                  </a:lnTo>
                  <a:lnTo>
                    <a:pt x="160845" y="73774"/>
                  </a:lnTo>
                  <a:lnTo>
                    <a:pt x="157784" y="94056"/>
                  </a:lnTo>
                  <a:lnTo>
                    <a:pt x="149402" y="110553"/>
                  </a:lnTo>
                  <a:lnTo>
                    <a:pt x="136931" y="121666"/>
                  </a:lnTo>
                  <a:lnTo>
                    <a:pt x="121615" y="125730"/>
                  </a:lnTo>
                  <a:lnTo>
                    <a:pt x="106286" y="121666"/>
                  </a:lnTo>
                  <a:lnTo>
                    <a:pt x="93827" y="110553"/>
                  </a:lnTo>
                  <a:lnTo>
                    <a:pt x="85445" y="94056"/>
                  </a:lnTo>
                  <a:lnTo>
                    <a:pt x="82384" y="73774"/>
                  </a:lnTo>
                  <a:lnTo>
                    <a:pt x="85445" y="53505"/>
                  </a:lnTo>
                  <a:lnTo>
                    <a:pt x="93827" y="36995"/>
                  </a:lnTo>
                  <a:lnTo>
                    <a:pt x="106286" y="25882"/>
                  </a:lnTo>
                  <a:lnTo>
                    <a:pt x="121615" y="21818"/>
                  </a:lnTo>
                  <a:lnTo>
                    <a:pt x="136931" y="25882"/>
                  </a:lnTo>
                  <a:lnTo>
                    <a:pt x="149402" y="36995"/>
                  </a:lnTo>
                  <a:lnTo>
                    <a:pt x="157784" y="53505"/>
                  </a:lnTo>
                  <a:lnTo>
                    <a:pt x="160845" y="73774"/>
                  </a:lnTo>
                  <a:lnTo>
                    <a:pt x="160845" y="18224"/>
                  </a:lnTo>
                  <a:lnTo>
                    <a:pt x="145554" y="5816"/>
                  </a:lnTo>
                  <a:lnTo>
                    <a:pt x="121615" y="0"/>
                  </a:lnTo>
                  <a:lnTo>
                    <a:pt x="97663" y="5816"/>
                  </a:lnTo>
                  <a:lnTo>
                    <a:pt x="78143" y="21666"/>
                  </a:lnTo>
                  <a:lnTo>
                    <a:pt x="64985" y="45123"/>
                  </a:lnTo>
                  <a:lnTo>
                    <a:pt x="60159" y="73774"/>
                  </a:lnTo>
                  <a:lnTo>
                    <a:pt x="64985" y="102438"/>
                  </a:lnTo>
                  <a:lnTo>
                    <a:pt x="78041" y="125730"/>
                  </a:lnTo>
                  <a:lnTo>
                    <a:pt x="78143" y="125895"/>
                  </a:lnTo>
                  <a:lnTo>
                    <a:pt x="97663" y="141744"/>
                  </a:lnTo>
                  <a:lnTo>
                    <a:pt x="121615" y="147561"/>
                  </a:lnTo>
                  <a:lnTo>
                    <a:pt x="145554" y="141744"/>
                  </a:lnTo>
                  <a:lnTo>
                    <a:pt x="165087" y="125895"/>
                  </a:lnTo>
                  <a:lnTo>
                    <a:pt x="165176" y="125730"/>
                  </a:lnTo>
                  <a:lnTo>
                    <a:pt x="178244" y="102438"/>
                  </a:lnTo>
                  <a:lnTo>
                    <a:pt x="183070" y="73774"/>
                  </a:lnTo>
                  <a:close/>
                </a:path>
                <a:path w="243840" h="530225">
                  <a:moveTo>
                    <a:pt x="243662" y="251460"/>
                  </a:moveTo>
                  <a:lnTo>
                    <a:pt x="236550" y="216344"/>
                  </a:lnTo>
                  <a:lnTo>
                    <a:pt x="221424" y="193916"/>
                  </a:lnTo>
                  <a:lnTo>
                    <a:pt x="221424" y="251460"/>
                  </a:lnTo>
                  <a:lnTo>
                    <a:pt x="221424" y="288137"/>
                  </a:lnTo>
                  <a:lnTo>
                    <a:pt x="218363" y="308343"/>
                  </a:lnTo>
                  <a:lnTo>
                    <a:pt x="209664" y="326339"/>
                  </a:lnTo>
                  <a:lnTo>
                    <a:pt x="196062" y="341058"/>
                  </a:lnTo>
                  <a:lnTo>
                    <a:pt x="191350" y="343814"/>
                  </a:lnTo>
                  <a:lnTo>
                    <a:pt x="191350" y="233133"/>
                  </a:lnTo>
                  <a:lnTo>
                    <a:pt x="186563" y="228333"/>
                  </a:lnTo>
                  <a:lnTo>
                    <a:pt x="174358" y="228333"/>
                  </a:lnTo>
                  <a:lnTo>
                    <a:pt x="169557" y="233133"/>
                  </a:lnTo>
                  <a:lnTo>
                    <a:pt x="169557" y="501637"/>
                  </a:lnTo>
                  <a:lnTo>
                    <a:pt x="162318" y="505472"/>
                  </a:lnTo>
                  <a:lnTo>
                    <a:pt x="152450" y="508076"/>
                  </a:lnTo>
                  <a:lnTo>
                    <a:pt x="141122" y="506920"/>
                  </a:lnTo>
                  <a:lnTo>
                    <a:pt x="132511" y="501408"/>
                  </a:lnTo>
                  <a:lnTo>
                    <a:pt x="132511" y="355803"/>
                  </a:lnTo>
                  <a:lnTo>
                    <a:pt x="127723" y="351002"/>
                  </a:lnTo>
                  <a:lnTo>
                    <a:pt x="115519" y="351002"/>
                  </a:lnTo>
                  <a:lnTo>
                    <a:pt x="110718" y="355803"/>
                  </a:lnTo>
                  <a:lnTo>
                    <a:pt x="110718" y="501408"/>
                  </a:lnTo>
                  <a:lnTo>
                    <a:pt x="102108" y="506920"/>
                  </a:lnTo>
                  <a:lnTo>
                    <a:pt x="90779" y="508076"/>
                  </a:lnTo>
                  <a:lnTo>
                    <a:pt x="80911" y="505472"/>
                  </a:lnTo>
                  <a:lnTo>
                    <a:pt x="73660" y="501637"/>
                  </a:lnTo>
                  <a:lnTo>
                    <a:pt x="73660" y="360172"/>
                  </a:lnTo>
                  <a:lnTo>
                    <a:pt x="73660" y="233133"/>
                  </a:lnTo>
                  <a:lnTo>
                    <a:pt x="68872" y="228333"/>
                  </a:lnTo>
                  <a:lnTo>
                    <a:pt x="56667" y="228333"/>
                  </a:lnTo>
                  <a:lnTo>
                    <a:pt x="51866" y="233133"/>
                  </a:lnTo>
                  <a:lnTo>
                    <a:pt x="51866" y="343750"/>
                  </a:lnTo>
                  <a:lnTo>
                    <a:pt x="47612" y="341312"/>
                  </a:lnTo>
                  <a:lnTo>
                    <a:pt x="33997" y="326669"/>
                  </a:lnTo>
                  <a:lnTo>
                    <a:pt x="25298" y="308597"/>
                  </a:lnTo>
                  <a:lnTo>
                    <a:pt x="22225" y="288137"/>
                  </a:lnTo>
                  <a:lnTo>
                    <a:pt x="22225" y="251460"/>
                  </a:lnTo>
                  <a:lnTo>
                    <a:pt x="27584" y="224993"/>
                  </a:lnTo>
                  <a:lnTo>
                    <a:pt x="42176" y="203339"/>
                  </a:lnTo>
                  <a:lnTo>
                    <a:pt x="63792" y="188734"/>
                  </a:lnTo>
                  <a:lnTo>
                    <a:pt x="90233" y="183362"/>
                  </a:lnTo>
                  <a:lnTo>
                    <a:pt x="153428" y="183362"/>
                  </a:lnTo>
                  <a:lnTo>
                    <a:pt x="179870" y="188734"/>
                  </a:lnTo>
                  <a:lnTo>
                    <a:pt x="201485" y="203339"/>
                  </a:lnTo>
                  <a:lnTo>
                    <a:pt x="216077" y="224993"/>
                  </a:lnTo>
                  <a:lnTo>
                    <a:pt x="221424" y="251460"/>
                  </a:lnTo>
                  <a:lnTo>
                    <a:pt x="221424" y="193916"/>
                  </a:lnTo>
                  <a:lnTo>
                    <a:pt x="217182" y="187617"/>
                  </a:lnTo>
                  <a:lnTo>
                    <a:pt x="210908" y="183362"/>
                  </a:lnTo>
                  <a:lnTo>
                    <a:pt x="188493" y="168211"/>
                  </a:lnTo>
                  <a:lnTo>
                    <a:pt x="153428" y="161086"/>
                  </a:lnTo>
                  <a:lnTo>
                    <a:pt x="90233" y="161086"/>
                  </a:lnTo>
                  <a:lnTo>
                    <a:pt x="55168" y="168211"/>
                  </a:lnTo>
                  <a:lnTo>
                    <a:pt x="26479" y="187617"/>
                  </a:lnTo>
                  <a:lnTo>
                    <a:pt x="7112" y="216344"/>
                  </a:lnTo>
                  <a:lnTo>
                    <a:pt x="0" y="251460"/>
                  </a:lnTo>
                  <a:lnTo>
                    <a:pt x="0" y="288137"/>
                  </a:lnTo>
                  <a:lnTo>
                    <a:pt x="4076" y="314998"/>
                  </a:lnTo>
                  <a:lnTo>
                    <a:pt x="15646" y="338899"/>
                  </a:lnTo>
                  <a:lnTo>
                    <a:pt x="33655" y="358381"/>
                  </a:lnTo>
                  <a:lnTo>
                    <a:pt x="51866" y="368935"/>
                  </a:lnTo>
                  <a:lnTo>
                    <a:pt x="51866" y="509930"/>
                  </a:lnTo>
                  <a:lnTo>
                    <a:pt x="102362" y="529412"/>
                  </a:lnTo>
                  <a:lnTo>
                    <a:pt x="121615" y="521284"/>
                  </a:lnTo>
                  <a:lnTo>
                    <a:pt x="128536" y="525221"/>
                  </a:lnTo>
                  <a:lnTo>
                    <a:pt x="135509" y="527939"/>
                  </a:lnTo>
                  <a:lnTo>
                    <a:pt x="142392" y="529501"/>
                  </a:lnTo>
                  <a:lnTo>
                    <a:pt x="148805" y="529996"/>
                  </a:lnTo>
                  <a:lnTo>
                    <a:pt x="160401" y="528675"/>
                  </a:lnTo>
                  <a:lnTo>
                    <a:pt x="191350" y="509930"/>
                  </a:lnTo>
                  <a:lnTo>
                    <a:pt x="191350" y="508076"/>
                  </a:lnTo>
                  <a:lnTo>
                    <a:pt x="191350" y="369214"/>
                  </a:lnTo>
                  <a:lnTo>
                    <a:pt x="210197" y="358381"/>
                  </a:lnTo>
                  <a:lnTo>
                    <a:pt x="228193" y="338899"/>
                  </a:lnTo>
                  <a:lnTo>
                    <a:pt x="239649" y="314998"/>
                  </a:lnTo>
                  <a:lnTo>
                    <a:pt x="243662" y="288137"/>
                  </a:lnTo>
                  <a:lnTo>
                    <a:pt x="243662" y="251460"/>
                  </a:lnTo>
                  <a:close/>
                </a:path>
              </a:pathLst>
            </a:custGeom>
            <a:solidFill>
              <a:srgbClr val="2A6A83"/>
            </a:solidFill>
          </p:spPr>
          <p:txBody>
            <a:bodyPr wrap="square" lIns="0" tIns="0" rIns="0" bIns="0" rtlCol="0"/>
            <a:lstStyle/>
            <a:p>
              <a:endParaRPr/>
            </a:p>
          </p:txBody>
        </p:sp>
      </p:grpSp>
      <p:sp>
        <p:nvSpPr>
          <p:cNvPr id="17" name="object 17"/>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18" name="object 18"/>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388100" y="2644010"/>
            <a:ext cx="2984500" cy="936154"/>
          </a:xfrm>
          <a:prstGeom prst="rect">
            <a:avLst/>
          </a:prstGeom>
        </p:spPr>
        <p:txBody>
          <a:bodyPr vert="horz" wrap="square" lIns="0" tIns="12700" rIns="0" bIns="0" rtlCol="0">
            <a:spAutoFit/>
          </a:bodyPr>
          <a:lstStyle/>
          <a:p>
            <a:pPr marL="12700" marR="5080">
              <a:lnSpc>
                <a:spcPct val="100000"/>
              </a:lnSpc>
              <a:spcBef>
                <a:spcPts val="100"/>
              </a:spcBef>
              <a:tabLst>
                <a:tab pos="1027430" algn="l"/>
              </a:tabLst>
            </a:pP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GREAT</a:t>
            </a:r>
            <a:r>
              <a:rPr lang="en-US"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3000" b="1"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LEADER PLAYBOOK </a:t>
            </a:r>
            <a:endParaRPr sz="3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object 3"/>
          <p:cNvSpPr/>
          <p:nvPr/>
        </p:nvSpPr>
        <p:spPr>
          <a:xfrm>
            <a:off x="6400800" y="3784600"/>
            <a:ext cx="914400" cy="0"/>
          </a:xfrm>
          <a:custGeom>
            <a:avLst/>
            <a:gdLst/>
            <a:ahLst/>
            <a:cxnLst/>
            <a:rect l="l" t="t" r="r" b="b"/>
            <a:pathLst>
              <a:path w="914400">
                <a:moveTo>
                  <a:pt x="0" y="0"/>
                </a:moveTo>
                <a:lnTo>
                  <a:pt x="914400" y="0"/>
                </a:lnTo>
              </a:path>
            </a:pathLst>
          </a:custGeom>
          <a:ln w="25400">
            <a:solidFill>
              <a:srgbClr val="B31A1B"/>
            </a:solidFill>
          </a:ln>
        </p:spPr>
        <p:txBody>
          <a:bodyPr wrap="square" lIns="0" tIns="0" rIns="0" bIns="0" rtlCol="0"/>
          <a:lstStyle/>
          <a:p>
            <a:endParaRPr/>
          </a:p>
        </p:txBody>
      </p:sp>
      <p:sp>
        <p:nvSpPr>
          <p:cNvPr id="4" name="object 4"/>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80591" y="1304195"/>
            <a:ext cx="2678430" cy="299720"/>
          </a:xfrm>
          <a:prstGeom prst="rect">
            <a:avLst/>
          </a:prstGeom>
        </p:spPr>
        <p:txBody>
          <a:bodyPr vert="horz" wrap="square" lIns="0" tIns="12700" rIns="0" bIns="0" rtlCol="0">
            <a:spAutoFit/>
          </a:bodyPr>
          <a:lstStyle/>
          <a:p>
            <a:pPr marL="12700">
              <a:lnSpc>
                <a:spcPct val="100000"/>
              </a:lnSpc>
              <a:spcBef>
                <a:spcPts val="100"/>
              </a:spcBef>
            </a:pPr>
            <a:r>
              <a:rPr sz="1800" spc="-9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Why</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7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we</a:t>
            </a:r>
            <a:r>
              <a:rPr sz="1800" spc="-15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created</a:t>
            </a:r>
            <a:r>
              <a:rPr sz="1800" spc="-15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2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this</a:t>
            </a:r>
            <a:r>
              <a:rPr sz="1800" spc="-15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for</a:t>
            </a:r>
            <a:r>
              <a:rPr sz="1800" spc="-15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2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you</a:t>
            </a:r>
            <a:endParaRPr sz="18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txBox="1"/>
          <p:nvPr/>
        </p:nvSpPr>
        <p:spPr>
          <a:xfrm>
            <a:off x="1130300" y="1907526"/>
            <a:ext cx="7802245" cy="1545872"/>
          </a:xfrm>
          <a:prstGeom prst="rect">
            <a:avLst/>
          </a:prstGeom>
        </p:spPr>
        <p:txBody>
          <a:bodyPr vert="horz" wrap="square" lIns="0" tIns="12700" rIns="0" bIns="0" rtlCol="0">
            <a:spAutoFit/>
          </a:bodyPr>
          <a:lstStyle/>
          <a:p>
            <a:pPr marL="12700" marR="5080">
              <a:lnSpc>
                <a:spcPct val="113700"/>
              </a:lnSpc>
              <a:spcBef>
                <a:spcPts val="10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Entegris is a diverse mix of businesses, talent, functions, geographies, and levels. While we report into different parts of the business, we are one team and when we show up at our best every day, we all succeed. This Playbook was developed to outline what great looks like in a variety of roles and to set the tone for how we can effectively work together. The purpose of the Playbook is to</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2700" marR="44450">
              <a:lnSpc>
                <a:spcPct val="113700"/>
              </a:lnSpc>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increase awareness around key challenges unique to your roles and to provide practical guidance for how leaders show up in those instances. These were derived from interviews and feedback provided by the leadership team across the business, articulating both great and not-yet-great behaviors for pivotal leadership moments. However, this is not an exhaustive list of everything a leader must do to be successful. This can be used to develop yourself in your role and deepen your understanding of some of your most pivotal interactions with others.</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4" name="object 14"/>
          <p:cNvGrpSpPr/>
          <p:nvPr/>
        </p:nvGrpSpPr>
        <p:grpSpPr>
          <a:xfrm>
            <a:off x="1136650" y="1828800"/>
            <a:ext cx="8235950" cy="502284"/>
            <a:chOff x="1136650" y="1828800"/>
            <a:chExt cx="8235950" cy="502284"/>
          </a:xfrm>
        </p:grpSpPr>
        <p:sp>
          <p:nvSpPr>
            <p:cNvPr id="15" name="object 15"/>
            <p:cNvSpPr/>
            <p:nvPr/>
          </p:nvSpPr>
          <p:spPr>
            <a:xfrm>
              <a:off x="1143000" y="1835150"/>
              <a:ext cx="8197850" cy="464184"/>
            </a:xfrm>
            <a:custGeom>
              <a:avLst/>
              <a:gdLst/>
              <a:ahLst/>
              <a:cxnLst/>
              <a:rect l="l" t="t" r="r" b="b"/>
              <a:pathLst>
                <a:path w="8197850" h="464185">
                  <a:moveTo>
                    <a:pt x="0" y="0"/>
                  </a:moveTo>
                  <a:lnTo>
                    <a:pt x="7758303" y="0"/>
                  </a:lnTo>
                  <a:lnTo>
                    <a:pt x="8197850" y="463651"/>
                  </a:lnTo>
                </a:path>
              </a:pathLst>
            </a:custGeom>
            <a:ln w="12700">
              <a:solidFill>
                <a:srgbClr val="2A6A83"/>
              </a:solidFill>
            </a:ln>
          </p:spPr>
          <p:txBody>
            <a:bodyPr wrap="square" lIns="0" tIns="0" rIns="0" bIns="0" rtlCol="0"/>
            <a:lstStyle/>
            <a:p>
              <a:endParaRPr/>
            </a:p>
          </p:txBody>
        </p:sp>
        <p:sp>
          <p:nvSpPr>
            <p:cNvPr id="16" name="object 16"/>
            <p:cNvSpPr/>
            <p:nvPr/>
          </p:nvSpPr>
          <p:spPr>
            <a:xfrm>
              <a:off x="9309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7" name="object 17"/>
          <p:cNvSpPr txBox="1"/>
          <p:nvPr/>
        </p:nvSpPr>
        <p:spPr>
          <a:xfrm>
            <a:off x="1130300" y="3821606"/>
            <a:ext cx="2438400" cy="299720"/>
          </a:xfrm>
          <a:prstGeom prst="rect">
            <a:avLst/>
          </a:prstGeom>
        </p:spPr>
        <p:txBody>
          <a:bodyPr vert="horz" wrap="square" lIns="0" tIns="12700" rIns="0" bIns="0" rtlCol="0">
            <a:spAutoFit/>
          </a:bodyPr>
          <a:lstStyle/>
          <a:p>
            <a:pPr marL="12700">
              <a:lnSpc>
                <a:spcPct val="100000"/>
              </a:lnSpc>
              <a:spcBef>
                <a:spcPts val="100"/>
              </a:spcBef>
            </a:pPr>
            <a:r>
              <a:rPr sz="1800" spc="-4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How</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to</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use</a:t>
            </a:r>
            <a:r>
              <a:rPr sz="1800" spc="-15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2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this</a:t>
            </a:r>
            <a:r>
              <a:rPr sz="1800" spc="-1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Playbook</a:t>
            </a:r>
            <a:endParaRPr sz="18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8" name="object 18"/>
          <p:cNvSpPr txBox="1"/>
          <p:nvPr/>
        </p:nvSpPr>
        <p:spPr>
          <a:xfrm>
            <a:off x="1130300" y="4430129"/>
            <a:ext cx="2508885" cy="1272080"/>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1. EXPECTATION SETTING</a:t>
            </a:r>
            <a:endParaRPr sz="1400" dirty="0">
              <a:latin typeface="Calibri Light" panose="020F0302020204030204" pitchFamily="34" charset="0"/>
              <a:ea typeface="Calibri Light" panose="020F0302020204030204" pitchFamily="34" charset="0"/>
              <a:cs typeface="Calibri Light" panose="020F0302020204030204" pitchFamily="34" charset="0"/>
            </a:endParaRPr>
          </a:p>
          <a:p>
            <a:pPr marL="12700" marR="5080">
              <a:lnSpc>
                <a:spcPct val="113700"/>
              </a:lnSpc>
              <a:spcBef>
                <a:spcPts val="66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This Playbook aids in establishing expectations for how leaders should operate, interact with team members, and make decisions during challenging and pivotal moments.</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9" name="object 19"/>
          <p:cNvGrpSpPr/>
          <p:nvPr/>
        </p:nvGrpSpPr>
        <p:grpSpPr>
          <a:xfrm>
            <a:off x="1143000" y="4320811"/>
            <a:ext cx="2560320" cy="63500"/>
            <a:chOff x="1143000" y="4320811"/>
            <a:chExt cx="2560320" cy="63500"/>
          </a:xfrm>
        </p:grpSpPr>
        <p:sp>
          <p:nvSpPr>
            <p:cNvPr id="20" name="object 20"/>
            <p:cNvSpPr/>
            <p:nvPr/>
          </p:nvSpPr>
          <p:spPr>
            <a:xfrm>
              <a:off x="1143000" y="4352561"/>
              <a:ext cx="2528570" cy="0"/>
            </a:xfrm>
            <a:custGeom>
              <a:avLst/>
              <a:gdLst/>
              <a:ahLst/>
              <a:cxnLst/>
              <a:rect l="l" t="t" r="r" b="b"/>
              <a:pathLst>
                <a:path w="2528570">
                  <a:moveTo>
                    <a:pt x="0" y="0"/>
                  </a:moveTo>
                  <a:lnTo>
                    <a:pt x="2528570" y="0"/>
                  </a:lnTo>
                </a:path>
              </a:pathLst>
            </a:custGeom>
            <a:ln w="12700">
              <a:solidFill>
                <a:srgbClr val="2A6A83"/>
              </a:solidFill>
            </a:ln>
          </p:spPr>
          <p:txBody>
            <a:bodyPr wrap="square" lIns="0" tIns="0" rIns="0" bIns="0" rtlCol="0"/>
            <a:lstStyle/>
            <a:p>
              <a:endParaRPr/>
            </a:p>
          </p:txBody>
        </p:sp>
        <p:sp>
          <p:nvSpPr>
            <p:cNvPr id="21" name="object 21"/>
            <p:cNvSpPr/>
            <p:nvPr/>
          </p:nvSpPr>
          <p:spPr>
            <a:xfrm>
              <a:off x="3639820" y="4320811"/>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22" name="object 22"/>
          <p:cNvSpPr txBox="1"/>
          <p:nvPr/>
        </p:nvSpPr>
        <p:spPr>
          <a:xfrm>
            <a:off x="6799580" y="4430129"/>
            <a:ext cx="2478405" cy="89471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3. COACHING</a:t>
            </a:r>
          </a:p>
          <a:p>
            <a:pPr marL="12700" marR="5080">
              <a:lnSpc>
                <a:spcPct val="113700"/>
              </a:lnSpc>
              <a:spcBef>
                <a:spcPts val="66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 Playbook is a useful resource for leaders when coaching and advising their teams on important aspects of their work.</a:t>
            </a:r>
          </a:p>
        </p:txBody>
      </p:sp>
      <p:grpSp>
        <p:nvGrpSpPr>
          <p:cNvPr id="23" name="object 23"/>
          <p:cNvGrpSpPr/>
          <p:nvPr/>
        </p:nvGrpSpPr>
        <p:grpSpPr>
          <a:xfrm>
            <a:off x="6812280" y="4320811"/>
            <a:ext cx="2560320" cy="63500"/>
            <a:chOff x="6812280" y="4320811"/>
            <a:chExt cx="2560320" cy="63500"/>
          </a:xfrm>
        </p:grpSpPr>
        <p:sp>
          <p:nvSpPr>
            <p:cNvPr id="24" name="object 24"/>
            <p:cNvSpPr/>
            <p:nvPr/>
          </p:nvSpPr>
          <p:spPr>
            <a:xfrm>
              <a:off x="6812280" y="4352561"/>
              <a:ext cx="2528570" cy="0"/>
            </a:xfrm>
            <a:custGeom>
              <a:avLst/>
              <a:gdLst/>
              <a:ahLst/>
              <a:cxnLst/>
              <a:rect l="l" t="t" r="r" b="b"/>
              <a:pathLst>
                <a:path w="2528570">
                  <a:moveTo>
                    <a:pt x="0" y="0"/>
                  </a:moveTo>
                  <a:lnTo>
                    <a:pt x="2528570" y="0"/>
                  </a:lnTo>
                </a:path>
              </a:pathLst>
            </a:custGeom>
            <a:ln w="12700">
              <a:solidFill>
                <a:srgbClr val="2A6A83"/>
              </a:solidFill>
            </a:ln>
          </p:spPr>
          <p:txBody>
            <a:bodyPr wrap="square" lIns="0" tIns="0" rIns="0" bIns="0" rtlCol="0"/>
            <a:lstStyle/>
            <a:p>
              <a:endParaRPr/>
            </a:p>
          </p:txBody>
        </p:sp>
        <p:sp>
          <p:nvSpPr>
            <p:cNvPr id="25" name="object 25"/>
            <p:cNvSpPr/>
            <p:nvPr/>
          </p:nvSpPr>
          <p:spPr>
            <a:xfrm>
              <a:off x="9309100" y="4320811"/>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26" name="object 26"/>
          <p:cNvSpPr txBox="1"/>
          <p:nvPr/>
        </p:nvSpPr>
        <p:spPr>
          <a:xfrm>
            <a:off x="3964940" y="4430129"/>
            <a:ext cx="2465070" cy="1275715"/>
          </a:xfrm>
          <a:prstGeom prst="rect">
            <a:avLst/>
          </a:prstGeom>
        </p:spPr>
        <p:txBody>
          <a:bodyPr vert="horz" wrap="square" lIns="0" tIns="12700" rIns="0" bIns="0" rtlCol="0">
            <a:spAutoFit/>
          </a:bodyPr>
          <a:lstStyle/>
          <a:p>
            <a:pPr marL="12700">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2. IN-THE-MOMENT FEEDBACK</a:t>
            </a:r>
          </a:p>
          <a:p>
            <a:pPr marL="12700" marR="5080">
              <a:lnSpc>
                <a:spcPct val="113700"/>
              </a:lnSpc>
              <a:spcBef>
                <a:spcPts val="66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 Playbook can be leveraged to provide in-the-moment feedback to reinforce positive behavior and to identify developmental opportunities to help leaders be more effective.</a:t>
            </a:r>
          </a:p>
        </p:txBody>
      </p:sp>
      <p:grpSp>
        <p:nvGrpSpPr>
          <p:cNvPr id="27" name="object 27"/>
          <p:cNvGrpSpPr/>
          <p:nvPr/>
        </p:nvGrpSpPr>
        <p:grpSpPr>
          <a:xfrm>
            <a:off x="3977640" y="4320811"/>
            <a:ext cx="2560320" cy="63500"/>
            <a:chOff x="3977640" y="4320811"/>
            <a:chExt cx="2560320" cy="63500"/>
          </a:xfrm>
        </p:grpSpPr>
        <p:sp>
          <p:nvSpPr>
            <p:cNvPr id="28" name="object 28"/>
            <p:cNvSpPr/>
            <p:nvPr/>
          </p:nvSpPr>
          <p:spPr>
            <a:xfrm>
              <a:off x="3977640" y="4352561"/>
              <a:ext cx="2528570" cy="0"/>
            </a:xfrm>
            <a:custGeom>
              <a:avLst/>
              <a:gdLst/>
              <a:ahLst/>
              <a:cxnLst/>
              <a:rect l="l" t="t" r="r" b="b"/>
              <a:pathLst>
                <a:path w="2528570">
                  <a:moveTo>
                    <a:pt x="0" y="0"/>
                  </a:moveTo>
                  <a:lnTo>
                    <a:pt x="2528570" y="0"/>
                  </a:lnTo>
                </a:path>
              </a:pathLst>
            </a:custGeom>
            <a:ln w="12700">
              <a:solidFill>
                <a:srgbClr val="2A6A83"/>
              </a:solidFill>
            </a:ln>
          </p:spPr>
          <p:txBody>
            <a:bodyPr wrap="square" lIns="0" tIns="0" rIns="0" bIns="0" rtlCol="0"/>
            <a:lstStyle/>
            <a:p>
              <a:endParaRPr/>
            </a:p>
          </p:txBody>
        </p:sp>
        <p:sp>
          <p:nvSpPr>
            <p:cNvPr id="29" name="object 29"/>
            <p:cNvSpPr/>
            <p:nvPr/>
          </p:nvSpPr>
          <p:spPr>
            <a:xfrm>
              <a:off x="6474458" y="4320811"/>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30" name="object 30"/>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31" name="object 31"/>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0"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Playbook</a:t>
            </a:r>
            <a:r>
              <a:rPr spc="-150"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Moments</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685800" y="2241261"/>
            <a:ext cx="8686800" cy="6350"/>
            <a:chOff x="685800" y="2241261"/>
            <a:chExt cx="8686800" cy="6350"/>
          </a:xfrm>
        </p:grpSpPr>
        <p:sp>
          <p:nvSpPr>
            <p:cNvPr id="9" name="object 9"/>
            <p:cNvSpPr/>
            <p:nvPr/>
          </p:nvSpPr>
          <p:spPr>
            <a:xfrm>
              <a:off x="685800" y="2244436"/>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10" name="object 10"/>
            <p:cNvSpPr/>
            <p:nvPr/>
          </p:nvSpPr>
          <p:spPr>
            <a:xfrm>
              <a:off x="4343400" y="2244436"/>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11" name="object 11"/>
          <p:cNvGrpSpPr/>
          <p:nvPr/>
        </p:nvGrpSpPr>
        <p:grpSpPr>
          <a:xfrm>
            <a:off x="685800" y="2714047"/>
            <a:ext cx="8686800" cy="6350"/>
            <a:chOff x="685800" y="2714047"/>
            <a:chExt cx="8686800" cy="6350"/>
          </a:xfrm>
        </p:grpSpPr>
        <p:sp>
          <p:nvSpPr>
            <p:cNvPr id="12" name="object 12"/>
            <p:cNvSpPr/>
            <p:nvPr/>
          </p:nvSpPr>
          <p:spPr>
            <a:xfrm>
              <a:off x="685800" y="2717222"/>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13" name="object 13"/>
            <p:cNvSpPr/>
            <p:nvPr/>
          </p:nvSpPr>
          <p:spPr>
            <a:xfrm>
              <a:off x="4343400" y="2717222"/>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14" name="object 14"/>
          <p:cNvGrpSpPr/>
          <p:nvPr/>
        </p:nvGrpSpPr>
        <p:grpSpPr>
          <a:xfrm>
            <a:off x="685800" y="3186833"/>
            <a:ext cx="8686800" cy="6350"/>
            <a:chOff x="685800" y="3186833"/>
            <a:chExt cx="8686800" cy="6350"/>
          </a:xfrm>
        </p:grpSpPr>
        <p:sp>
          <p:nvSpPr>
            <p:cNvPr id="15" name="object 15"/>
            <p:cNvSpPr/>
            <p:nvPr/>
          </p:nvSpPr>
          <p:spPr>
            <a:xfrm>
              <a:off x="685800" y="3190008"/>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16" name="object 16"/>
            <p:cNvSpPr/>
            <p:nvPr/>
          </p:nvSpPr>
          <p:spPr>
            <a:xfrm>
              <a:off x="4343400" y="3190008"/>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17" name="object 17"/>
          <p:cNvGrpSpPr/>
          <p:nvPr/>
        </p:nvGrpSpPr>
        <p:grpSpPr>
          <a:xfrm>
            <a:off x="685800" y="3659620"/>
            <a:ext cx="8686800" cy="6350"/>
            <a:chOff x="685800" y="3659620"/>
            <a:chExt cx="8686800" cy="6350"/>
          </a:xfrm>
        </p:grpSpPr>
        <p:sp>
          <p:nvSpPr>
            <p:cNvPr id="18" name="object 18"/>
            <p:cNvSpPr/>
            <p:nvPr/>
          </p:nvSpPr>
          <p:spPr>
            <a:xfrm>
              <a:off x="685800" y="3662795"/>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19" name="object 19"/>
            <p:cNvSpPr/>
            <p:nvPr/>
          </p:nvSpPr>
          <p:spPr>
            <a:xfrm>
              <a:off x="4343400" y="3662795"/>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20" name="object 20"/>
          <p:cNvGrpSpPr/>
          <p:nvPr/>
        </p:nvGrpSpPr>
        <p:grpSpPr>
          <a:xfrm>
            <a:off x="685800" y="4132407"/>
            <a:ext cx="8686800" cy="6350"/>
            <a:chOff x="685800" y="4132407"/>
            <a:chExt cx="8686800" cy="6350"/>
          </a:xfrm>
        </p:grpSpPr>
        <p:sp>
          <p:nvSpPr>
            <p:cNvPr id="21" name="object 21"/>
            <p:cNvSpPr/>
            <p:nvPr/>
          </p:nvSpPr>
          <p:spPr>
            <a:xfrm>
              <a:off x="685800" y="4135582"/>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22" name="object 22"/>
            <p:cNvSpPr/>
            <p:nvPr/>
          </p:nvSpPr>
          <p:spPr>
            <a:xfrm>
              <a:off x="4343400" y="4135582"/>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23" name="object 23"/>
          <p:cNvGrpSpPr/>
          <p:nvPr/>
        </p:nvGrpSpPr>
        <p:grpSpPr>
          <a:xfrm>
            <a:off x="685800" y="4605192"/>
            <a:ext cx="8686800" cy="6350"/>
            <a:chOff x="685800" y="4605192"/>
            <a:chExt cx="8686800" cy="6350"/>
          </a:xfrm>
        </p:grpSpPr>
        <p:sp>
          <p:nvSpPr>
            <p:cNvPr id="24" name="object 24"/>
            <p:cNvSpPr/>
            <p:nvPr/>
          </p:nvSpPr>
          <p:spPr>
            <a:xfrm>
              <a:off x="685800" y="4608367"/>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25" name="object 25"/>
            <p:cNvSpPr/>
            <p:nvPr/>
          </p:nvSpPr>
          <p:spPr>
            <a:xfrm>
              <a:off x="4343400" y="4608367"/>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26" name="object 26"/>
          <p:cNvGrpSpPr/>
          <p:nvPr/>
        </p:nvGrpSpPr>
        <p:grpSpPr>
          <a:xfrm>
            <a:off x="685800" y="5077979"/>
            <a:ext cx="8686800" cy="6350"/>
            <a:chOff x="685800" y="5077979"/>
            <a:chExt cx="8686800" cy="6350"/>
          </a:xfrm>
        </p:grpSpPr>
        <p:sp>
          <p:nvSpPr>
            <p:cNvPr id="27" name="object 27"/>
            <p:cNvSpPr/>
            <p:nvPr/>
          </p:nvSpPr>
          <p:spPr>
            <a:xfrm>
              <a:off x="685800" y="5081154"/>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28" name="object 28"/>
            <p:cNvSpPr/>
            <p:nvPr/>
          </p:nvSpPr>
          <p:spPr>
            <a:xfrm>
              <a:off x="4343400" y="5081154"/>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29" name="object 29"/>
          <p:cNvGrpSpPr/>
          <p:nvPr/>
        </p:nvGrpSpPr>
        <p:grpSpPr>
          <a:xfrm>
            <a:off x="685800" y="5550766"/>
            <a:ext cx="8686800" cy="6350"/>
            <a:chOff x="685800" y="5550766"/>
            <a:chExt cx="8686800" cy="6350"/>
          </a:xfrm>
        </p:grpSpPr>
        <p:sp>
          <p:nvSpPr>
            <p:cNvPr id="30" name="object 30"/>
            <p:cNvSpPr/>
            <p:nvPr/>
          </p:nvSpPr>
          <p:spPr>
            <a:xfrm>
              <a:off x="685800" y="5553941"/>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31" name="object 31"/>
            <p:cNvSpPr/>
            <p:nvPr/>
          </p:nvSpPr>
          <p:spPr>
            <a:xfrm>
              <a:off x="4343400" y="5553941"/>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32" name="object 32"/>
          <p:cNvGrpSpPr/>
          <p:nvPr/>
        </p:nvGrpSpPr>
        <p:grpSpPr>
          <a:xfrm>
            <a:off x="685800" y="6023551"/>
            <a:ext cx="8686800" cy="6350"/>
            <a:chOff x="685800" y="6023551"/>
            <a:chExt cx="8686800" cy="6350"/>
          </a:xfrm>
        </p:grpSpPr>
        <p:sp>
          <p:nvSpPr>
            <p:cNvPr id="33" name="object 33"/>
            <p:cNvSpPr/>
            <p:nvPr/>
          </p:nvSpPr>
          <p:spPr>
            <a:xfrm>
              <a:off x="685800" y="6026726"/>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34" name="object 34"/>
            <p:cNvSpPr/>
            <p:nvPr/>
          </p:nvSpPr>
          <p:spPr>
            <a:xfrm>
              <a:off x="4343400" y="6026726"/>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35" name="object 35"/>
          <p:cNvGrpSpPr/>
          <p:nvPr/>
        </p:nvGrpSpPr>
        <p:grpSpPr>
          <a:xfrm>
            <a:off x="685800" y="6496338"/>
            <a:ext cx="8686800" cy="6350"/>
            <a:chOff x="685800" y="6496338"/>
            <a:chExt cx="8686800" cy="6350"/>
          </a:xfrm>
        </p:grpSpPr>
        <p:sp>
          <p:nvSpPr>
            <p:cNvPr id="36" name="object 36"/>
            <p:cNvSpPr/>
            <p:nvPr/>
          </p:nvSpPr>
          <p:spPr>
            <a:xfrm>
              <a:off x="685800" y="6499513"/>
              <a:ext cx="3657600" cy="0"/>
            </a:xfrm>
            <a:custGeom>
              <a:avLst/>
              <a:gdLst/>
              <a:ahLst/>
              <a:cxnLst/>
              <a:rect l="l" t="t" r="r" b="b"/>
              <a:pathLst>
                <a:path w="3657600">
                  <a:moveTo>
                    <a:pt x="0" y="0"/>
                  </a:moveTo>
                  <a:lnTo>
                    <a:pt x="3657600" y="0"/>
                  </a:lnTo>
                </a:path>
              </a:pathLst>
            </a:custGeom>
            <a:ln w="6350">
              <a:solidFill>
                <a:srgbClr val="000000"/>
              </a:solidFill>
            </a:ln>
          </p:spPr>
          <p:txBody>
            <a:bodyPr wrap="square" lIns="0" tIns="0" rIns="0" bIns="0" rtlCol="0"/>
            <a:lstStyle/>
            <a:p>
              <a:endParaRPr/>
            </a:p>
          </p:txBody>
        </p:sp>
        <p:sp>
          <p:nvSpPr>
            <p:cNvPr id="37" name="object 37"/>
            <p:cNvSpPr/>
            <p:nvPr/>
          </p:nvSpPr>
          <p:spPr>
            <a:xfrm>
              <a:off x="4343400" y="6499513"/>
              <a:ext cx="5029200" cy="0"/>
            </a:xfrm>
            <a:custGeom>
              <a:avLst/>
              <a:gdLst/>
              <a:ahLst/>
              <a:cxnLst/>
              <a:rect l="l" t="t" r="r" b="b"/>
              <a:pathLst>
                <a:path w="5029200">
                  <a:moveTo>
                    <a:pt x="0" y="0"/>
                  </a:moveTo>
                  <a:lnTo>
                    <a:pt x="5029200" y="0"/>
                  </a:lnTo>
                </a:path>
              </a:pathLst>
            </a:custGeom>
            <a:ln w="6350">
              <a:solidFill>
                <a:srgbClr val="000000"/>
              </a:solidFill>
            </a:ln>
          </p:spPr>
          <p:txBody>
            <a:bodyPr wrap="square" lIns="0" tIns="0" rIns="0" bIns="0" rtlCol="0"/>
            <a:lstStyle/>
            <a:p>
              <a:endParaRPr/>
            </a:p>
          </p:txBody>
        </p:sp>
      </p:grpSp>
      <p:grpSp>
        <p:nvGrpSpPr>
          <p:cNvPr id="38" name="object 38"/>
          <p:cNvGrpSpPr/>
          <p:nvPr/>
        </p:nvGrpSpPr>
        <p:grpSpPr>
          <a:xfrm>
            <a:off x="2286000" y="7303771"/>
            <a:ext cx="5657850" cy="251460"/>
            <a:chOff x="2286000" y="7303771"/>
            <a:chExt cx="5657850" cy="251460"/>
          </a:xfrm>
        </p:grpSpPr>
        <p:sp>
          <p:nvSpPr>
            <p:cNvPr id="39" name="object 3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40" name="object 40"/>
            <p:cNvPicPr/>
            <p:nvPr/>
          </p:nvPicPr>
          <p:blipFill>
            <a:blip r:embed="rId3" cstate="print"/>
            <a:stretch>
              <a:fillRect/>
            </a:stretch>
          </p:blipFill>
          <p:spPr>
            <a:xfrm>
              <a:off x="4903470" y="7303771"/>
              <a:ext cx="251459" cy="251460"/>
            </a:xfrm>
            <a:prstGeom prst="rect">
              <a:avLst/>
            </a:prstGeom>
          </p:spPr>
        </p:pic>
        <p:sp>
          <p:nvSpPr>
            <p:cNvPr id="41" name="object 4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42" name="object 42"/>
          <p:cNvSpPr txBox="1"/>
          <p:nvPr/>
        </p:nvSpPr>
        <p:spPr>
          <a:xfrm>
            <a:off x="722502" y="1418678"/>
            <a:ext cx="3389629" cy="5442516"/>
          </a:xfrm>
          <a:prstGeom prst="rect">
            <a:avLst/>
          </a:prstGeom>
        </p:spPr>
        <p:txBody>
          <a:bodyPr vert="horz" wrap="square" lIns="0" tIns="12700" rIns="0" bIns="0" rtlCol="0">
            <a:spAutoFit/>
          </a:bodyPr>
          <a:lstStyle/>
          <a:p>
            <a:pPr marL="13970">
              <a:lnSpc>
                <a:spcPct val="100000"/>
              </a:lnSpc>
              <a:spcBef>
                <a:spcPts val="100"/>
              </a:spcBef>
            </a:pP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Moment</a:t>
            </a:r>
            <a:endParaRPr sz="1800" dirty="0">
              <a:latin typeface="Calibri Light" panose="020F0302020204030204" pitchFamily="34" charset="0"/>
              <a:ea typeface="Calibri Light" panose="020F0302020204030204" pitchFamily="34" charset="0"/>
              <a:cs typeface="Calibri Light" panose="020F0302020204030204" pitchFamily="34" charset="0"/>
            </a:endParaRPr>
          </a:p>
          <a:p>
            <a:pPr marL="244475" indent="-230504">
              <a:lnSpc>
                <a:spcPct val="100000"/>
              </a:lnSpc>
              <a:spcBef>
                <a:spcPts val="1705"/>
              </a:spcBef>
              <a:buAutoNum type="arabicPeriod"/>
              <a:tabLst>
                <a:tab pos="24447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leading a new 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1075"/>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840" indent="-230504">
              <a:lnSpc>
                <a:spcPct val="100000"/>
              </a:lnSpc>
              <a:buAutoNum type="arabicPeriod"/>
              <a:tabLst>
                <a:tab pos="24384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needing to identify new talent for the 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15"/>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1935" marR="427355" indent="-228600">
              <a:lnSpc>
                <a:spcPct val="100000"/>
              </a:lnSpc>
              <a:buAutoNum type="arabicPeriod"/>
              <a:tabLst>
                <a:tab pos="241935" algn="l"/>
                <a:tab pos="24384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When asking your stretched team to give even more effort…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09"/>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840" indent="-230504">
              <a:lnSpc>
                <a:spcPct val="100000"/>
              </a:lnSpc>
              <a:spcBef>
                <a:spcPts val="5"/>
              </a:spcBef>
              <a:buAutoNum type="arabicPeriod"/>
              <a:tabLst>
                <a:tab pos="24384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giving a team member difficult feedback…</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1070"/>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840" indent="-230504">
              <a:lnSpc>
                <a:spcPct val="100000"/>
              </a:lnSpc>
              <a:spcBef>
                <a:spcPts val="5"/>
              </a:spcBef>
              <a:buAutoNum type="arabicPeriod"/>
              <a:tabLst>
                <a:tab pos="24384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the team experiences failure…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09"/>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1935" marR="459740" indent="-228600">
              <a:lnSpc>
                <a:spcPct val="100000"/>
              </a:lnSpc>
              <a:spcBef>
                <a:spcPts val="5"/>
              </a:spcBef>
              <a:buAutoNum type="arabicPeriod"/>
              <a:tabLst>
                <a:tab pos="241935" algn="l"/>
                <a:tab pos="24384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When the team is progressing through a long-term project…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1300" marR="546100" indent="-228600">
              <a:lnSpc>
                <a:spcPct val="100000"/>
              </a:lnSpc>
              <a:spcBef>
                <a:spcPts val="1080"/>
              </a:spcBef>
              <a:buAutoNum type="arabicPeriod"/>
              <a:tabLst>
                <a:tab pos="241300" algn="l"/>
                <a:tab pos="243204"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When leading the team through change and transitions…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15"/>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204" indent="-230504">
              <a:lnSpc>
                <a:spcPct val="100000"/>
              </a:lnSpc>
              <a:buAutoNum type="arabicPeriod"/>
              <a:tabLst>
                <a:tab pos="243204"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making a commitment to a stakeholder…</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1075"/>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204" indent="-230504">
              <a:lnSpc>
                <a:spcPct val="100000"/>
              </a:lnSpc>
              <a:buAutoNum type="arabicPeriod"/>
              <a:tabLst>
                <a:tab pos="243204"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addressing a significant customer complaint…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15"/>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1300" marR="260350" indent="-228600">
              <a:lnSpc>
                <a:spcPct val="100000"/>
              </a:lnSpc>
              <a:buAutoNum type="arabicPeriod"/>
              <a:tabLst>
                <a:tab pos="24130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making decisions under conditions of uncertainty… was When needing to take a risk…</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15"/>
              </a:spcBef>
              <a:buClr>
                <a:srgbClr val="393630"/>
              </a:buClr>
              <a:buFont typeface="Tahoma"/>
              <a:buAutoNum type="arabicPeriod"/>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1935" indent="-229235">
              <a:lnSpc>
                <a:spcPct val="100000"/>
              </a:lnSpc>
              <a:buAutoNum type="arabicPeriod"/>
              <a:tabLst>
                <a:tab pos="24193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When collaborating with others…</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4" name="object 44"/>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45" name="object 45"/>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15</a:t>
            </a:r>
          </a:p>
        </p:txBody>
      </p:sp>
      <p:sp>
        <p:nvSpPr>
          <p:cNvPr id="43" name="object 43"/>
          <p:cNvSpPr txBox="1"/>
          <p:nvPr/>
        </p:nvSpPr>
        <p:spPr>
          <a:xfrm>
            <a:off x="4379988" y="1418678"/>
            <a:ext cx="4942840" cy="5506720"/>
          </a:xfrm>
          <a:prstGeom prst="rect">
            <a:avLst/>
          </a:prstGeom>
        </p:spPr>
        <p:txBody>
          <a:bodyPr vert="horz" wrap="square" lIns="0" tIns="12700" rIns="0" bIns="0" rtlCol="0">
            <a:spAutoFit/>
          </a:bodyPr>
          <a:lstStyle/>
          <a:p>
            <a:pPr marL="13970">
              <a:lnSpc>
                <a:spcPct val="100000"/>
              </a:lnSpc>
              <a:spcBef>
                <a:spcPts val="100"/>
              </a:spcBef>
            </a:pP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Takeaway</a:t>
            </a:r>
            <a:endParaRPr sz="1800" dirty="0">
              <a:latin typeface="Calibri Light" panose="020F0302020204030204" pitchFamily="34" charset="0"/>
              <a:ea typeface="Calibri Light" panose="020F0302020204030204" pitchFamily="34" charset="0"/>
              <a:cs typeface="Calibri Light" panose="020F0302020204030204" pitchFamily="34" charset="0"/>
            </a:endParaRPr>
          </a:p>
          <a:p>
            <a:pPr marL="13970" marR="81915">
              <a:lnSpc>
                <a:spcPct val="113700"/>
              </a:lnSpc>
              <a:spcBef>
                <a:spcPts val="775"/>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…take the time to articulate the vision and a set of shared goals to build a sense of camaraderie and cohesiveness.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3335" marR="213995">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…look beyond the immediate needs to find those with the potential to grow with the organization.</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3335" marR="178435">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…connect and empathize with team members and articulate the what, how, and why and ‘what’s in it for me’ to get everyone on board with raising the bar.</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3335" marR="5080">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…approach these conversations with transparency and data, and a mindset to help get the team member back on track.</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325"/>
              </a:spcBef>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3335">
              <a:lnSpc>
                <a:spcPct val="100000"/>
              </a:lnSpc>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…fail fast, learn from it, and move forward.</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145"/>
              </a:spcBef>
            </a:pP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3335" marR="332105">
              <a:lnSpc>
                <a:spcPct val="113700"/>
              </a:lnSpc>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the opportunity to recognize and motivate people, and to evaluate and readjust along the way, instead of waiting until the end.</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2700" marR="21590">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…create a call to action and communicate the why, while recognizing there may be a need to make tough decisions along the way.</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2700" marR="55244">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…get the team to recognize the interdependencies between groups so the team will recognize that decisions they make have ramifications across the organization.</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2700" marR="107314">
              <a:lnSpc>
                <a:spcPct val="113700"/>
              </a:lnSpc>
              <a:spcBef>
                <a:spcPts val="725"/>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…exhibit a sense of urgency, empathy and transparency, and get the best experts involved to devise a plan that effectively remedies the situation.</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2700" marR="53975">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…go in with eyes wide open to know what is and isn’t known, what the upsides and downsides are, and courageously make a decision when it is right to move.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12700" marR="92075">
              <a:lnSpc>
                <a:spcPct val="113700"/>
              </a:lnSpc>
              <a:spcBef>
                <a:spcPts val="72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…leave space for feedback, in order to build trust, foster an inclusive environment and bring new perspectives forward.</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130300" y="1304195"/>
            <a:ext cx="3601085" cy="847725"/>
          </a:xfrm>
          <a:prstGeom prst="rect">
            <a:avLst/>
          </a:prstGeom>
        </p:spPr>
        <p:txBody>
          <a:bodyPr vert="horz" wrap="square" lIns="0" tIns="12700" rIns="0" bIns="0" rtlCol="0">
            <a:spAutoFit/>
          </a:bodyPr>
          <a:lstStyle/>
          <a:p>
            <a:pPr marL="812800">
              <a:lnSpc>
                <a:spcPct val="100000"/>
              </a:lnSpc>
              <a:spcBef>
                <a:spcPts val="100"/>
              </a:spcBef>
            </a:pP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a:t>
            </a:r>
            <a:r>
              <a:rPr sz="1800" spc="-14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leading</a:t>
            </a:r>
            <a:r>
              <a:rPr sz="1800" spc="-14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a:t>
            </a:r>
            <a:r>
              <a:rPr sz="1800" spc="-1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new</a:t>
            </a:r>
            <a:r>
              <a:rPr sz="1800" spc="-14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team</a:t>
            </a:r>
            <a:r>
              <a:rPr sz="1800" spc="-1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t>
            </a:r>
            <a:endParaRPr sz="1800" dirty="0">
              <a:latin typeface="Calibri Light" panose="020F0302020204030204" pitchFamily="34" charset="0"/>
              <a:ea typeface="Calibri Light" panose="020F0302020204030204" pitchFamily="34" charset="0"/>
              <a:cs typeface="Calibri Light" panose="020F0302020204030204" pitchFamily="34" charset="0"/>
            </a:endParaRPr>
          </a:p>
          <a:p>
            <a:pPr>
              <a:lnSpc>
                <a:spcPct val="100000"/>
              </a:lnSpc>
              <a:spcBef>
                <a:spcPts val="455"/>
              </a:spcBef>
            </a:pPr>
            <a:endParaRPr sz="1800" dirty="0">
              <a:latin typeface="Tahoma"/>
              <a:cs typeface="Tahoma"/>
            </a:endParaRPr>
          </a:p>
          <a:p>
            <a:pPr marL="12700">
              <a:lnSpc>
                <a:spcPct val="100000"/>
              </a:lnSpc>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endParaRPr sz="1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txBox="1"/>
          <p:nvPr/>
        </p:nvSpPr>
        <p:spPr>
          <a:xfrm>
            <a:off x="1130300" y="2232759"/>
            <a:ext cx="3318510" cy="4293235"/>
          </a:xfrm>
          <a:prstGeom prst="rect">
            <a:avLst/>
          </a:prstGeom>
        </p:spPr>
        <p:txBody>
          <a:bodyPr vert="horz" wrap="square" lIns="0" tIns="12700" rIns="0" bIns="0" rtlCol="0">
            <a:spAutoFit/>
          </a:bodyPr>
          <a:lstStyle/>
          <a:p>
            <a:pPr marL="240665" marR="434340" indent="-228600">
              <a:lnSpc>
                <a:spcPct val="100000"/>
              </a:lnSpc>
              <a:spcBef>
                <a:spcPts val="10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Communicate</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team’s</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vision</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way</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everyone</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can</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understand</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relate</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41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Take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time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assess</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understand</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 strengths</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weaknesses</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of</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204" indent="-230504">
              <a:lnSpc>
                <a:spcPct val="100000"/>
              </a:lnSpc>
              <a:spcBef>
                <a:spcPts val="720"/>
              </a:spcBef>
              <a:buAutoNum type="arabicPeriod"/>
              <a:tabLst>
                <a:tab pos="243204" algn="l"/>
              </a:tabLst>
            </a:pP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Set</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aggressive</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goals</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with</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204" indent="-230504">
              <a:lnSpc>
                <a:spcPct val="100000"/>
              </a:lnSpc>
              <a:spcBef>
                <a:spcPts val="720"/>
              </a:spcBef>
              <a:buAutoNum type="arabicPeriod"/>
              <a:tabLst>
                <a:tab pos="243204"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Hold</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members</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accountable</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objectives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7874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Show</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willingness</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roll</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up</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sleeves</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work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with</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Engage</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casual</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conversations</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with</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members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establish</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rapport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6256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Admit</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weaknesses</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failures</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show</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openness</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talk</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about</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2284"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Commit</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time</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understanding</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financial implications</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that</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are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relevant</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46100" indent="-228600">
              <a:lnSpc>
                <a:spcPct val="100000"/>
              </a:lnSpc>
              <a:spcBef>
                <a:spcPts val="725"/>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Create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culture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where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members</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feel comfortable</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talking</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about</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problems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386080" indent="-228600">
              <a:lnSpc>
                <a:spcPct val="100000"/>
              </a:lnSpc>
              <a:spcBef>
                <a:spcPts val="720"/>
              </a:spcBef>
              <a:buAutoNum type="arabicPeriod"/>
              <a:tabLst>
                <a:tab pos="24066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Coach</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members</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how</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work</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through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problems</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under</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own</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initiative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439420" indent="-228600">
              <a:lnSpc>
                <a:spcPct val="100000"/>
              </a:lnSpc>
              <a:spcBef>
                <a:spcPts val="720"/>
              </a:spcBef>
              <a:buAutoNum type="arabicPeriod"/>
              <a:tabLst>
                <a:tab pos="240665" algn="l"/>
              </a:tabLst>
            </a:pP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Encourage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members</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challenge</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 leaders</a:t>
            </a:r>
            <a:r>
              <a:rPr sz="1100" spc="-9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9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each</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other</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4" name="object 14"/>
          <p:cNvGrpSpPr/>
          <p:nvPr/>
        </p:nvGrpSpPr>
        <p:grpSpPr>
          <a:xfrm>
            <a:off x="1136650" y="1828800"/>
            <a:ext cx="3663950" cy="502284"/>
            <a:chOff x="1136650" y="1828800"/>
            <a:chExt cx="3663950" cy="502284"/>
          </a:xfrm>
        </p:grpSpPr>
        <p:sp>
          <p:nvSpPr>
            <p:cNvPr id="15" name="object 15"/>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6" name="object 16"/>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7" name="object 17"/>
          <p:cNvSpPr txBox="1"/>
          <p:nvPr/>
        </p:nvSpPr>
        <p:spPr>
          <a:xfrm>
            <a:off x="5850890" y="1912718"/>
            <a:ext cx="3158490" cy="320738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endParaRPr sz="14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022985" indent="-228600">
              <a:lnSpc>
                <a:spcPct val="100000"/>
              </a:lnSpc>
              <a:spcBef>
                <a:spcPts val="129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Put effort towards maintaining a hierarchical</a:t>
            </a:r>
            <a:r>
              <a:rPr sz="1100" spc="-10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structure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3403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Resist</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showing</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any</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vulnerability</a:t>
            </a:r>
            <a:r>
              <a:rPr sz="1100" spc="-5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with</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at</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first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8542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Use</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company’s</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vision</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as</a:t>
            </a:r>
            <a:r>
              <a:rPr sz="1100" spc="-8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only</a:t>
            </a:r>
            <a:r>
              <a:rPr sz="1100" spc="-8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guiding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strategy</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instead</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of</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setting</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own</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vision</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translating</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company’s</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vision</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for</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46799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Prioritize</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achieving</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targets</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over</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getting</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know</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268605" indent="-228600" algn="just">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Accept</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viewpoints</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that</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others</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hold</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about</a:t>
            </a:r>
            <a:r>
              <a:rPr sz="1100" spc="-4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 strengths</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and</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weaknesses</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9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of</a:t>
            </a:r>
            <a:r>
              <a:rPr sz="1100" spc="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team</a:t>
            </a:r>
            <a:r>
              <a:rPr sz="1100" spc="-3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members instead</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of</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forming</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own</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analysis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Act</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according</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3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to</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their</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5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own</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preferences</a:t>
            </a:r>
            <a:r>
              <a:rPr sz="1100" spc="-6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instead</a:t>
            </a:r>
            <a:r>
              <a:rPr sz="1100" spc="-6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of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putting</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needs</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4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of</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the</a:t>
            </a:r>
            <a:r>
              <a:rPr sz="1100" spc="-7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2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organization</a:t>
            </a:r>
            <a:r>
              <a:rPr sz="1100" spc="-75"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t>
            </a:r>
            <a:r>
              <a:rPr sz="1100" spc="-1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first</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8" name="object 18"/>
          <p:cNvGrpSpPr/>
          <p:nvPr/>
        </p:nvGrpSpPr>
        <p:grpSpPr>
          <a:xfrm>
            <a:off x="5349240" y="1828800"/>
            <a:ext cx="3663950" cy="502284"/>
            <a:chOff x="5349240" y="1828800"/>
            <a:chExt cx="3663950" cy="502284"/>
          </a:xfrm>
        </p:grpSpPr>
        <p:sp>
          <p:nvSpPr>
            <p:cNvPr id="19" name="object 19"/>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0" name="object 20"/>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pic>
        <p:nvPicPr>
          <p:cNvPr id="21" name="object 21"/>
          <p:cNvPicPr/>
          <p:nvPr/>
        </p:nvPicPr>
        <p:blipFill>
          <a:blip r:embed="rId4" cstate="print"/>
          <a:stretch>
            <a:fillRect/>
          </a:stretch>
        </p:blipFill>
        <p:spPr>
          <a:xfrm>
            <a:off x="1111251" y="1121417"/>
            <a:ext cx="685800" cy="593458"/>
          </a:xfrm>
          <a:prstGeom prst="rect">
            <a:avLst/>
          </a:prstGeom>
        </p:spPr>
      </p:pic>
      <p:sp>
        <p:nvSpPr>
          <p:cNvPr id="22" name="object 22"/>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3" name="object 23"/>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5005070" cy="299720"/>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2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needing</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to</a:t>
            </a:r>
            <a:r>
              <a:rPr sz="1800" spc="-1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identify</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new</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talent</a:t>
            </a:r>
            <a:r>
              <a:rPr sz="1800" spc="-1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for</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the</a:t>
            </a:r>
            <a:r>
              <a:rPr sz="1800" spc="-1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team</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t>
            </a:r>
            <a:endParaRPr sz="18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endParaRPr sz="1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4" name="object 14"/>
          <p:cNvSpPr txBox="1"/>
          <p:nvPr/>
        </p:nvSpPr>
        <p:spPr>
          <a:xfrm>
            <a:off x="1130300" y="2232759"/>
            <a:ext cx="3280410" cy="3942715"/>
          </a:xfrm>
          <a:prstGeom prst="rect">
            <a:avLst/>
          </a:prstGeom>
        </p:spPr>
        <p:txBody>
          <a:bodyPr vert="horz" wrap="square" lIns="0" tIns="12700" rIns="0" bIns="0" rtlCol="0">
            <a:spAutoFit/>
          </a:bodyPr>
          <a:lstStyle/>
          <a:p>
            <a:pPr marL="240665" marR="342265" indent="-228600">
              <a:lnSpc>
                <a:spcPct val="100000"/>
              </a:lnSpc>
              <a:spcBef>
                <a:spcPts val="10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Consider both the financial implications and efficiency improvements involved in taking on a new hire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2832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Consider that new hires can be a source of innovation for the 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Look critically at the gaps on the team and seek out new hires who can fill those gaps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Look for individuals on an upward career trajectory, even if they are currently lower in experience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9588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Seek out people with the intellectual curiosity and drive to continually learn and improve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3843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Identify individuals who have the capabilities and agility to grow with the 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2192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Show a willingness to hire and develop new talent who are ‘almost there’ in terms of capabilities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1239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Spend time looking at potential internal hires who are ready to expand beyond their current role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6954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Strike a balance between hiring from the outside and identifying internal talent</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5" name="object 15"/>
          <p:cNvGrpSpPr/>
          <p:nvPr/>
        </p:nvGrpSpPr>
        <p:grpSpPr>
          <a:xfrm>
            <a:off x="1136650" y="1828800"/>
            <a:ext cx="3663950" cy="502284"/>
            <a:chOff x="1136650" y="1828800"/>
            <a:chExt cx="3663950" cy="502284"/>
          </a:xfrm>
        </p:grpSpPr>
        <p:sp>
          <p:nvSpPr>
            <p:cNvPr id="16" name="object 16"/>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7" name="object 17"/>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8" name="object 18"/>
          <p:cNvSpPr txBox="1"/>
          <p:nvPr/>
        </p:nvSpPr>
        <p:spPr>
          <a:xfrm>
            <a:off x="5850890" y="1912718"/>
            <a:ext cx="201168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endParaRPr sz="1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9" name="object 19"/>
          <p:cNvSpPr txBox="1"/>
          <p:nvPr/>
        </p:nvSpPr>
        <p:spPr>
          <a:xfrm>
            <a:off x="5850890" y="2289909"/>
            <a:ext cx="3327400" cy="2494915"/>
          </a:xfrm>
          <a:prstGeom prst="rect">
            <a:avLst/>
          </a:prstGeom>
        </p:spPr>
        <p:txBody>
          <a:bodyPr vert="horz" wrap="square" lIns="0" tIns="12700" rIns="0" bIns="0" rtlCol="0">
            <a:spAutoFit/>
          </a:bodyPr>
          <a:lstStyle/>
          <a:p>
            <a:pPr marL="240665" marR="85090" indent="-228600">
              <a:lnSpc>
                <a:spcPct val="100000"/>
              </a:lnSpc>
              <a:spcBef>
                <a:spcPts val="10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Hire the most experienced people they can find for every opening</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8415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Seek out individuals who can quickly jump in and fill the need</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635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Wait to hire until they can find someone who has the perfect mix of knowledge and experience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22161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Neglect to think about the long-term capabilities needed for the new hire</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Develop a preference for candidates who are similar to themselves or the existing 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47434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Focus on skill capabilities to the exclusion of evaluating attitudes and value systems</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20" name="object 20"/>
          <p:cNvGrpSpPr/>
          <p:nvPr/>
        </p:nvGrpSpPr>
        <p:grpSpPr>
          <a:xfrm>
            <a:off x="5349240" y="1828800"/>
            <a:ext cx="3663950" cy="502284"/>
            <a:chOff x="5349240" y="1828800"/>
            <a:chExt cx="3663950" cy="502284"/>
          </a:xfrm>
        </p:grpSpPr>
        <p:sp>
          <p:nvSpPr>
            <p:cNvPr id="21" name="object 21"/>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2" name="object 22"/>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3" name="object 23"/>
          <p:cNvGrpSpPr/>
          <p:nvPr/>
        </p:nvGrpSpPr>
        <p:grpSpPr>
          <a:xfrm>
            <a:off x="1111251" y="1121417"/>
            <a:ext cx="685800" cy="593725"/>
            <a:chOff x="1111251" y="1121417"/>
            <a:chExt cx="685800" cy="593725"/>
          </a:xfrm>
        </p:grpSpPr>
        <p:sp>
          <p:nvSpPr>
            <p:cNvPr id="24" name="object 24"/>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5" name="object 25"/>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pic>
          <p:nvPicPr>
            <p:cNvPr id="26" name="object 26"/>
            <p:cNvPicPr/>
            <p:nvPr/>
          </p:nvPicPr>
          <p:blipFill>
            <a:blip r:embed="rId4" cstate="print"/>
            <a:stretch>
              <a:fillRect/>
            </a:stretch>
          </p:blipFill>
          <p:spPr>
            <a:xfrm>
              <a:off x="1334420" y="1298407"/>
              <a:ext cx="157099" cy="157099"/>
            </a:xfrm>
            <a:prstGeom prst="rect">
              <a:avLst/>
            </a:prstGeom>
          </p:spPr>
        </p:pic>
        <p:sp>
          <p:nvSpPr>
            <p:cNvPr id="27" name="object 27"/>
            <p:cNvSpPr/>
            <p:nvPr/>
          </p:nvSpPr>
          <p:spPr>
            <a:xfrm>
              <a:off x="1311286" y="1275278"/>
              <a:ext cx="285750" cy="285750"/>
            </a:xfrm>
            <a:custGeom>
              <a:avLst/>
              <a:gdLst/>
              <a:ahLst/>
              <a:cxnLst/>
              <a:rect l="l" t="t" r="r" b="b"/>
              <a:pathLst>
                <a:path w="285750" h="285750">
                  <a:moveTo>
                    <a:pt x="175773" y="182295"/>
                  </a:moveTo>
                  <a:lnTo>
                    <a:pt x="162737" y="182295"/>
                  </a:lnTo>
                  <a:lnTo>
                    <a:pt x="176517" y="196087"/>
                  </a:lnTo>
                  <a:lnTo>
                    <a:pt x="175895" y="198386"/>
                  </a:lnTo>
                  <a:lnTo>
                    <a:pt x="175564" y="200812"/>
                  </a:lnTo>
                  <a:lnTo>
                    <a:pt x="175564" y="210591"/>
                  </a:lnTo>
                  <a:lnTo>
                    <a:pt x="178409" y="217563"/>
                  </a:lnTo>
                  <a:lnTo>
                    <a:pt x="243725" y="282879"/>
                  </a:lnTo>
                  <a:lnTo>
                    <a:pt x="250698" y="285749"/>
                  </a:lnTo>
                  <a:lnTo>
                    <a:pt x="265455" y="285749"/>
                  </a:lnTo>
                  <a:lnTo>
                    <a:pt x="272415" y="282879"/>
                  </a:lnTo>
                  <a:lnTo>
                    <a:pt x="278777" y="276517"/>
                  </a:lnTo>
                  <a:lnTo>
                    <a:pt x="254762" y="276517"/>
                  </a:lnTo>
                  <a:lnTo>
                    <a:pt x="251548" y="275564"/>
                  </a:lnTo>
                  <a:lnTo>
                    <a:pt x="248742" y="273938"/>
                  </a:lnTo>
                  <a:lnTo>
                    <a:pt x="254822" y="267855"/>
                  </a:lnTo>
                  <a:lnTo>
                    <a:pt x="241744" y="267855"/>
                  </a:lnTo>
                  <a:lnTo>
                    <a:pt x="186690" y="212788"/>
                  </a:lnTo>
                  <a:lnTo>
                    <a:pt x="184785" y="208178"/>
                  </a:lnTo>
                  <a:lnTo>
                    <a:pt x="184785" y="198386"/>
                  </a:lnTo>
                  <a:lnTo>
                    <a:pt x="185114" y="197473"/>
                  </a:lnTo>
                  <a:lnTo>
                    <a:pt x="186663" y="193725"/>
                  </a:lnTo>
                  <a:lnTo>
                    <a:pt x="189370" y="190982"/>
                  </a:lnTo>
                  <a:lnTo>
                    <a:pt x="193154" y="187197"/>
                  </a:lnTo>
                  <a:lnTo>
                    <a:pt x="180670" y="187197"/>
                  </a:lnTo>
                  <a:lnTo>
                    <a:pt x="175773" y="182295"/>
                  </a:lnTo>
                  <a:close/>
                </a:path>
                <a:path w="285750" h="285750">
                  <a:moveTo>
                    <a:pt x="284956" y="248792"/>
                  </a:moveTo>
                  <a:lnTo>
                    <a:pt x="273875" y="248792"/>
                  </a:lnTo>
                  <a:lnTo>
                    <a:pt x="275501" y="251599"/>
                  </a:lnTo>
                  <a:lnTo>
                    <a:pt x="276453" y="254749"/>
                  </a:lnTo>
                  <a:lnTo>
                    <a:pt x="276529" y="263016"/>
                  </a:lnTo>
                  <a:lnTo>
                    <a:pt x="274599" y="267627"/>
                  </a:lnTo>
                  <a:lnTo>
                    <a:pt x="267639" y="274612"/>
                  </a:lnTo>
                  <a:lnTo>
                    <a:pt x="263004" y="276517"/>
                  </a:lnTo>
                  <a:lnTo>
                    <a:pt x="278777" y="276517"/>
                  </a:lnTo>
                  <a:lnTo>
                    <a:pt x="282879" y="272414"/>
                  </a:lnTo>
                  <a:lnTo>
                    <a:pt x="285737" y="265493"/>
                  </a:lnTo>
                  <a:lnTo>
                    <a:pt x="285737" y="250697"/>
                  </a:lnTo>
                  <a:lnTo>
                    <a:pt x="284956" y="248792"/>
                  </a:lnTo>
                  <a:close/>
                </a:path>
                <a:path w="285750" h="285750">
                  <a:moveTo>
                    <a:pt x="223913" y="184772"/>
                  </a:moveTo>
                  <a:lnTo>
                    <a:pt x="208178" y="184772"/>
                  </a:lnTo>
                  <a:lnTo>
                    <a:pt x="212775" y="186689"/>
                  </a:lnTo>
                  <a:lnTo>
                    <a:pt x="267868" y="241757"/>
                  </a:lnTo>
                  <a:lnTo>
                    <a:pt x="241744" y="267855"/>
                  </a:lnTo>
                  <a:lnTo>
                    <a:pt x="254822" y="267855"/>
                  </a:lnTo>
                  <a:lnTo>
                    <a:pt x="273875" y="248792"/>
                  </a:lnTo>
                  <a:lnTo>
                    <a:pt x="284956" y="248792"/>
                  </a:lnTo>
                  <a:lnTo>
                    <a:pt x="282879" y="243725"/>
                  </a:lnTo>
                  <a:lnTo>
                    <a:pt x="223913" y="184772"/>
                  </a:lnTo>
                  <a:close/>
                </a:path>
                <a:path w="285750" h="285750">
                  <a:moveTo>
                    <a:pt x="101473" y="0"/>
                  </a:moveTo>
                  <a:lnTo>
                    <a:pt x="62000" y="7984"/>
                  </a:lnTo>
                  <a:lnTo>
                    <a:pt x="29743" y="29748"/>
                  </a:lnTo>
                  <a:lnTo>
                    <a:pt x="7982" y="62005"/>
                  </a:lnTo>
                  <a:lnTo>
                    <a:pt x="0" y="101472"/>
                  </a:lnTo>
                  <a:lnTo>
                    <a:pt x="7982" y="140940"/>
                  </a:lnTo>
                  <a:lnTo>
                    <a:pt x="29743" y="173197"/>
                  </a:lnTo>
                  <a:lnTo>
                    <a:pt x="62000" y="194961"/>
                  </a:lnTo>
                  <a:lnTo>
                    <a:pt x="101473" y="202945"/>
                  </a:lnTo>
                  <a:lnTo>
                    <a:pt x="118357" y="201539"/>
                  </a:lnTo>
                  <a:lnTo>
                    <a:pt x="134343" y="197473"/>
                  </a:lnTo>
                  <a:lnTo>
                    <a:pt x="142927" y="193725"/>
                  </a:lnTo>
                  <a:lnTo>
                    <a:pt x="101473" y="193725"/>
                  </a:lnTo>
                  <a:lnTo>
                    <a:pt x="65600" y="186462"/>
                  </a:lnTo>
                  <a:lnTo>
                    <a:pt x="36272" y="166668"/>
                  </a:lnTo>
                  <a:lnTo>
                    <a:pt x="16482" y="137340"/>
                  </a:lnTo>
                  <a:lnTo>
                    <a:pt x="9220" y="101472"/>
                  </a:lnTo>
                  <a:lnTo>
                    <a:pt x="16482" y="65605"/>
                  </a:lnTo>
                  <a:lnTo>
                    <a:pt x="36272" y="36277"/>
                  </a:lnTo>
                  <a:lnTo>
                    <a:pt x="65600" y="16483"/>
                  </a:lnTo>
                  <a:lnTo>
                    <a:pt x="101473" y="9220"/>
                  </a:lnTo>
                  <a:lnTo>
                    <a:pt x="142769" y="9220"/>
                  </a:lnTo>
                  <a:lnTo>
                    <a:pt x="140938" y="7984"/>
                  </a:lnTo>
                  <a:lnTo>
                    <a:pt x="101473" y="0"/>
                  </a:lnTo>
                  <a:close/>
                </a:path>
                <a:path w="285750" h="285750">
                  <a:moveTo>
                    <a:pt x="142769" y="9220"/>
                  </a:moveTo>
                  <a:lnTo>
                    <a:pt x="101473" y="9220"/>
                  </a:lnTo>
                  <a:lnTo>
                    <a:pt x="137338" y="16483"/>
                  </a:lnTo>
                  <a:lnTo>
                    <a:pt x="166662" y="36277"/>
                  </a:lnTo>
                  <a:lnTo>
                    <a:pt x="186451" y="65605"/>
                  </a:lnTo>
                  <a:lnTo>
                    <a:pt x="193713" y="101472"/>
                  </a:lnTo>
                  <a:lnTo>
                    <a:pt x="186451" y="137340"/>
                  </a:lnTo>
                  <a:lnTo>
                    <a:pt x="166662" y="166668"/>
                  </a:lnTo>
                  <a:lnTo>
                    <a:pt x="137338" y="186462"/>
                  </a:lnTo>
                  <a:lnTo>
                    <a:pt x="101473" y="193725"/>
                  </a:lnTo>
                  <a:lnTo>
                    <a:pt x="142927" y="193725"/>
                  </a:lnTo>
                  <a:lnTo>
                    <a:pt x="149211" y="190982"/>
                  </a:lnTo>
                  <a:lnTo>
                    <a:pt x="162737" y="182295"/>
                  </a:lnTo>
                  <a:lnTo>
                    <a:pt x="175773" y="182295"/>
                  </a:lnTo>
                  <a:lnTo>
                    <a:pt x="169989" y="176504"/>
                  </a:lnTo>
                  <a:lnTo>
                    <a:pt x="169752" y="176504"/>
                  </a:lnTo>
                  <a:lnTo>
                    <a:pt x="172110" y="174307"/>
                  </a:lnTo>
                  <a:lnTo>
                    <a:pt x="174294" y="172123"/>
                  </a:lnTo>
                  <a:lnTo>
                    <a:pt x="176377" y="169862"/>
                  </a:lnTo>
                  <a:lnTo>
                    <a:pt x="189433" y="169862"/>
                  </a:lnTo>
                  <a:lnTo>
                    <a:pt x="182295" y="162725"/>
                  </a:lnTo>
                  <a:lnTo>
                    <a:pt x="190985" y="149198"/>
                  </a:lnTo>
                  <a:lnTo>
                    <a:pt x="197472" y="134332"/>
                  </a:lnTo>
                  <a:lnTo>
                    <a:pt x="201530" y="118349"/>
                  </a:lnTo>
                  <a:lnTo>
                    <a:pt x="202933" y="101472"/>
                  </a:lnTo>
                  <a:lnTo>
                    <a:pt x="194950" y="62005"/>
                  </a:lnTo>
                  <a:lnTo>
                    <a:pt x="173191" y="29748"/>
                  </a:lnTo>
                  <a:lnTo>
                    <a:pt x="142769" y="9220"/>
                  </a:lnTo>
                  <a:close/>
                </a:path>
                <a:path w="285750" h="285750">
                  <a:moveTo>
                    <a:pt x="189433" y="169862"/>
                  </a:moveTo>
                  <a:lnTo>
                    <a:pt x="176377" y="169862"/>
                  </a:lnTo>
                  <a:lnTo>
                    <a:pt x="187261" y="180720"/>
                  </a:lnTo>
                  <a:lnTo>
                    <a:pt x="186016" y="181622"/>
                  </a:lnTo>
                  <a:lnTo>
                    <a:pt x="184835" y="182587"/>
                  </a:lnTo>
                  <a:lnTo>
                    <a:pt x="183705" y="183705"/>
                  </a:lnTo>
                  <a:lnTo>
                    <a:pt x="182524" y="184772"/>
                  </a:lnTo>
                  <a:lnTo>
                    <a:pt x="181571" y="185953"/>
                  </a:lnTo>
                  <a:lnTo>
                    <a:pt x="180670" y="187197"/>
                  </a:lnTo>
                  <a:lnTo>
                    <a:pt x="193154" y="187197"/>
                  </a:lnTo>
                  <a:lnTo>
                    <a:pt x="193662" y="186689"/>
                  </a:lnTo>
                  <a:lnTo>
                    <a:pt x="198285" y="184772"/>
                  </a:lnTo>
                  <a:lnTo>
                    <a:pt x="223913" y="184772"/>
                  </a:lnTo>
                  <a:lnTo>
                    <a:pt x="217563" y="178422"/>
                  </a:lnTo>
                  <a:lnTo>
                    <a:pt x="212905" y="176504"/>
                  </a:lnTo>
                  <a:lnTo>
                    <a:pt x="196075" y="176504"/>
                  </a:lnTo>
                  <a:lnTo>
                    <a:pt x="189433" y="169862"/>
                  </a:lnTo>
                  <a:close/>
                </a:path>
                <a:path w="285750" h="285750">
                  <a:moveTo>
                    <a:pt x="210591" y="175552"/>
                  </a:moveTo>
                  <a:lnTo>
                    <a:pt x="200748" y="175552"/>
                  </a:lnTo>
                  <a:lnTo>
                    <a:pt x="198386" y="175882"/>
                  </a:lnTo>
                  <a:lnTo>
                    <a:pt x="196075" y="176504"/>
                  </a:lnTo>
                  <a:lnTo>
                    <a:pt x="212905" y="176504"/>
                  </a:lnTo>
                  <a:lnTo>
                    <a:pt x="210591" y="175552"/>
                  </a:lnTo>
                  <a:close/>
                </a:path>
              </a:pathLst>
            </a:custGeom>
            <a:solidFill>
              <a:srgbClr val="2A6A83"/>
            </a:solidFill>
          </p:spPr>
          <p:txBody>
            <a:bodyPr wrap="square" lIns="0" tIns="0" rIns="0" bIns="0" rtlCol="0"/>
            <a:lstStyle/>
            <a:p>
              <a:endParaRPr/>
            </a:p>
          </p:txBody>
        </p:sp>
        <p:sp>
          <p:nvSpPr>
            <p:cNvPr id="28" name="object 28"/>
            <p:cNvSpPr/>
            <p:nvPr/>
          </p:nvSpPr>
          <p:spPr>
            <a:xfrm>
              <a:off x="1514348" y="1478343"/>
              <a:ext cx="41275" cy="38735"/>
            </a:xfrm>
            <a:custGeom>
              <a:avLst/>
              <a:gdLst/>
              <a:ahLst/>
              <a:cxnLst/>
              <a:rect l="l" t="t" r="r" b="b"/>
              <a:pathLst>
                <a:path w="41275" h="38734">
                  <a:moveTo>
                    <a:pt x="12852" y="6426"/>
                  </a:moveTo>
                  <a:lnTo>
                    <a:pt x="6426" y="0"/>
                  </a:lnTo>
                  <a:lnTo>
                    <a:pt x="0" y="6426"/>
                  </a:lnTo>
                  <a:lnTo>
                    <a:pt x="6426" y="12852"/>
                  </a:lnTo>
                  <a:lnTo>
                    <a:pt x="12852" y="6426"/>
                  </a:lnTo>
                  <a:close/>
                </a:path>
                <a:path w="41275" h="38734">
                  <a:moveTo>
                    <a:pt x="25704" y="19278"/>
                  </a:moveTo>
                  <a:lnTo>
                    <a:pt x="19278" y="12852"/>
                  </a:lnTo>
                  <a:lnTo>
                    <a:pt x="12852" y="19278"/>
                  </a:lnTo>
                  <a:lnTo>
                    <a:pt x="19278" y="25704"/>
                  </a:lnTo>
                  <a:lnTo>
                    <a:pt x="25704" y="19278"/>
                  </a:lnTo>
                  <a:close/>
                </a:path>
                <a:path w="41275" h="38734">
                  <a:moveTo>
                    <a:pt x="41122" y="32131"/>
                  </a:moveTo>
                  <a:lnTo>
                    <a:pt x="33413" y="25704"/>
                  </a:lnTo>
                  <a:lnTo>
                    <a:pt x="25704" y="32131"/>
                  </a:lnTo>
                  <a:lnTo>
                    <a:pt x="33413" y="38557"/>
                  </a:lnTo>
                  <a:lnTo>
                    <a:pt x="41122" y="32131"/>
                  </a:lnTo>
                  <a:close/>
                </a:path>
              </a:pathLst>
            </a:custGeom>
            <a:solidFill>
              <a:srgbClr val="2A6A83"/>
            </a:solidFill>
          </p:spPr>
          <p:txBody>
            <a:bodyPr wrap="square" lIns="0" tIns="0" rIns="0" bIns="0" rtlCol="0"/>
            <a:lstStyle/>
            <a:p>
              <a:endParaRPr/>
            </a:p>
          </p:txBody>
        </p:sp>
      </p:grpSp>
      <p:sp>
        <p:nvSpPr>
          <p:cNvPr id="29" name="object 29"/>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30" name="object 30"/>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25" dirty="0">
                <a:latin typeface="Calibri Light" panose="020F0302020204030204" pitchFamily="34" charset="0"/>
                <a:ea typeface="Calibri Light" panose="020F0302020204030204" pitchFamily="34" charset="0"/>
                <a:cs typeface="Calibri Light" panose="020F0302020204030204" pitchFamily="34" charset="0"/>
              </a:rPr>
              <a:t>Leader</a:t>
            </a:r>
            <a:r>
              <a:rPr spc="-155" dirty="0">
                <a:latin typeface="Calibri Light" panose="020F0302020204030204" pitchFamily="34" charset="0"/>
                <a:ea typeface="Calibri Light" panose="020F0302020204030204" pitchFamily="34" charset="0"/>
                <a:cs typeface="Calibri Light" panose="020F0302020204030204" pitchFamily="34" charset="0"/>
              </a:rPr>
              <a:t> </a:t>
            </a:r>
            <a:r>
              <a:rPr spc="-10" dirty="0">
                <a:latin typeface="Calibri Light" panose="020F0302020204030204" pitchFamily="34" charset="0"/>
                <a:ea typeface="Calibri Light" panose="020F0302020204030204" pitchFamily="34" charset="0"/>
                <a:cs typeface="Calibri Light" panose="020F0302020204030204" pitchFamily="34" charset="0"/>
              </a:rPr>
              <a:t>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5868035" cy="299720"/>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a:t>
            </a:r>
            <a:r>
              <a:rPr sz="1800" spc="-1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asking</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your</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1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stretched</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team</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to</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give</a:t>
            </a:r>
            <a:r>
              <a:rPr sz="1800" spc="-1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4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even</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4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more</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6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effort</a:t>
            </a:r>
            <a:r>
              <a:rPr sz="1800" spc="-13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z="1800" spc="330"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a:t>
            </a:r>
            <a:endParaRPr sz="18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endParaRPr sz="1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4" name="object 14"/>
          <p:cNvSpPr txBox="1"/>
          <p:nvPr/>
        </p:nvSpPr>
        <p:spPr>
          <a:xfrm>
            <a:off x="1130300" y="2232759"/>
            <a:ext cx="3336290" cy="3942715"/>
          </a:xfrm>
          <a:prstGeom prst="rect">
            <a:avLst/>
          </a:prstGeom>
        </p:spPr>
        <p:txBody>
          <a:bodyPr vert="horz" wrap="square" lIns="0" tIns="12700" rIns="0" bIns="0" rtlCol="0">
            <a:spAutoFit/>
          </a:bodyPr>
          <a:lstStyle/>
          <a:p>
            <a:pPr marL="240665" marR="282575" indent="-228600">
              <a:lnSpc>
                <a:spcPct val="100000"/>
              </a:lnSpc>
              <a:spcBef>
                <a:spcPts val="10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Work with the team to determine what is critical versus what can be delayed or deprioritized</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Ask team members how they can support the efforts to reach stretched goals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20129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Solicit ideas from team members about how they see ways to improve processes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6978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Ask for extra resources when the team is already stretched</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30353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Look for ways to tap into team members’ desire to succeed</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1747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Anticipate when extra effort will be needed so they can plan for it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56845" indent="-228600" algn="just">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Explain the big-picture context and business case for what the extra efforts will mean to the success of Entegris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9817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Help team members understand what’s in it for them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342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Recognize and reward additional effort in a way that is meaningful to each team member</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5" name="object 15"/>
          <p:cNvSpPr txBox="1"/>
          <p:nvPr/>
        </p:nvSpPr>
        <p:spPr>
          <a:xfrm>
            <a:off x="1130300" y="6241450"/>
            <a:ext cx="3209925" cy="620395"/>
          </a:xfrm>
          <a:prstGeom prst="rect">
            <a:avLst/>
          </a:prstGeom>
        </p:spPr>
        <p:txBody>
          <a:bodyPr vert="horz" wrap="square" lIns="0" tIns="12700" rIns="0" bIns="0" rtlCol="0">
            <a:spAutoFit/>
          </a:bodyPr>
          <a:lstStyle/>
          <a:p>
            <a:pPr marL="240665" marR="5080" indent="-228600">
              <a:lnSpc>
                <a:spcPct val="100000"/>
              </a:lnSpc>
              <a:spcBef>
                <a:spcPts val="100"/>
              </a:spcBef>
              <a:buAutoNum type="arabicPeriod" startAt="10"/>
              <a:tabLst>
                <a:tab pos="24066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Allow team members to have flexibility when tasks aren’t urgent to offset when work is hectic</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1935" indent="-229235">
              <a:lnSpc>
                <a:spcPct val="100000"/>
              </a:lnSpc>
              <a:spcBef>
                <a:spcPts val="720"/>
              </a:spcBef>
              <a:buAutoNum type="arabicPeriod" startAt="10"/>
              <a:tabLst>
                <a:tab pos="24193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Find ways to make the efforts more enjoyable</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6" name="object 16"/>
          <p:cNvGrpSpPr/>
          <p:nvPr/>
        </p:nvGrpSpPr>
        <p:grpSpPr>
          <a:xfrm>
            <a:off x="1136650" y="1828800"/>
            <a:ext cx="3663950" cy="502284"/>
            <a:chOff x="1136650" y="1828800"/>
            <a:chExt cx="3663950" cy="502284"/>
          </a:xfrm>
        </p:grpSpPr>
        <p:sp>
          <p:nvSpPr>
            <p:cNvPr id="17" name="object 17"/>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8" name="object 18"/>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9" name="object 19"/>
          <p:cNvSpPr txBox="1"/>
          <p:nvPr/>
        </p:nvSpPr>
        <p:spPr>
          <a:xfrm>
            <a:off x="5850890" y="1912718"/>
            <a:ext cx="201168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endParaRPr sz="14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0" name="object 20"/>
          <p:cNvSpPr txBox="1"/>
          <p:nvPr/>
        </p:nvSpPr>
        <p:spPr>
          <a:xfrm>
            <a:off x="5850890" y="2289909"/>
            <a:ext cx="3328670" cy="2753995"/>
          </a:xfrm>
          <a:prstGeom prst="rect">
            <a:avLst/>
          </a:prstGeom>
        </p:spPr>
        <p:txBody>
          <a:bodyPr vert="horz" wrap="square" lIns="0" tIns="12700" rIns="0" bIns="0" rtlCol="0">
            <a:spAutoFit/>
          </a:bodyPr>
          <a:lstStyle/>
          <a:p>
            <a:pPr marL="240665" marR="5080" indent="-228600">
              <a:lnSpc>
                <a:spcPct val="100000"/>
              </a:lnSpc>
              <a:spcBef>
                <a:spcPts val="10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Neglect to recognize that the team is already loaded down with work</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36385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a one-size-fits-all approach to motivating team members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866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Allow team members to stay in fire-fighting mode too long and risk burnout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3204" indent="-230504">
              <a:lnSpc>
                <a:spcPct val="100000"/>
              </a:lnSpc>
              <a:spcBef>
                <a:spcPts val="720"/>
              </a:spcBef>
              <a:buAutoNum type="arabicPeriod"/>
              <a:tabLst>
                <a:tab pos="243204"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Fail, or wait too long, to ask for extra resources</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243204"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Put too much burden on one or more ‘star’ team members to carry the effort</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7272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Fail to show empathy for what the team members are experiencing</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11747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Paint an overly optimistic picture of the reality that the team is struggling through</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21" name="object 21"/>
          <p:cNvGrpSpPr/>
          <p:nvPr/>
        </p:nvGrpSpPr>
        <p:grpSpPr>
          <a:xfrm>
            <a:off x="5349240" y="1828800"/>
            <a:ext cx="3663950" cy="502284"/>
            <a:chOff x="5349240" y="1828800"/>
            <a:chExt cx="3663950" cy="502284"/>
          </a:xfrm>
        </p:grpSpPr>
        <p:sp>
          <p:nvSpPr>
            <p:cNvPr id="22" name="object 22"/>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3" name="object 23"/>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pic>
        <p:nvPicPr>
          <p:cNvPr id="24" name="object 24"/>
          <p:cNvPicPr/>
          <p:nvPr/>
        </p:nvPicPr>
        <p:blipFill>
          <a:blip r:embed="rId4" cstate="print"/>
          <a:stretch>
            <a:fillRect/>
          </a:stretch>
        </p:blipFill>
        <p:spPr>
          <a:xfrm>
            <a:off x="1111251" y="1121417"/>
            <a:ext cx="685800" cy="593458"/>
          </a:xfrm>
          <a:prstGeom prst="rect">
            <a:avLst/>
          </a:prstGeom>
        </p:spPr>
      </p:pic>
      <p:sp>
        <p:nvSpPr>
          <p:cNvPr id="25" name="object 25"/>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6" name="object 26"/>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4815840" cy="299720"/>
          </a:xfrm>
          <a:prstGeom prst="rect">
            <a:avLst/>
          </a:prstGeom>
        </p:spPr>
        <p:txBody>
          <a:bodyPr vert="horz" wrap="square" lIns="0" tIns="12700" rIns="0" bIns="0" rtlCol="0">
            <a:spAutoFit/>
          </a:bodyPr>
          <a:lstStyle/>
          <a:p>
            <a:pPr marL="12700">
              <a:spcBef>
                <a:spcPts val="100"/>
              </a:spcBef>
            </a:pP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giving a team member difficult feedback …</a:t>
            </a: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p:txBody>
      </p:sp>
      <p:sp>
        <p:nvSpPr>
          <p:cNvPr id="14" name="object 14"/>
          <p:cNvSpPr txBox="1"/>
          <p:nvPr/>
        </p:nvSpPr>
        <p:spPr>
          <a:xfrm>
            <a:off x="1130300" y="2232759"/>
            <a:ext cx="3286760" cy="4018915"/>
          </a:xfrm>
          <a:prstGeom prst="rect">
            <a:avLst/>
          </a:prstGeom>
        </p:spPr>
        <p:txBody>
          <a:bodyPr vert="horz" wrap="square" lIns="0" tIns="12700" rIns="0" bIns="0" rtlCol="0">
            <a:spAutoFit/>
          </a:bodyPr>
          <a:lstStyle/>
          <a:p>
            <a:pPr marL="240665" marR="643255" indent="-228600">
              <a:spcBef>
                <a:spcPts val="10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Recognize there is a need to hold people accountable</a:t>
            </a:r>
          </a:p>
          <a:p>
            <a:pPr marL="240665" marR="14668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ownership for their own role in providing the feedback and helping the team member find a remedy for the situation</a:t>
            </a:r>
          </a:p>
          <a:p>
            <a:pPr marL="240665" marR="50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Provide constructive feedback regularly to make smaller course corrections instead of waiting until it is a bigger problem</a:t>
            </a:r>
          </a:p>
          <a:p>
            <a:pPr marL="240665" marR="29337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Address the team member with concrete explanation of the issue and specific examples</a:t>
            </a:r>
          </a:p>
          <a:p>
            <a:pPr marL="240665" marR="54165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Converse openly with the team member to understand what factors might be at play</a:t>
            </a:r>
          </a:p>
          <a:p>
            <a:pPr marL="240665" marR="21971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Work with the team member to set targeted and measurable goals</a:t>
            </a:r>
          </a:p>
          <a:p>
            <a:pPr marL="240665" marR="13144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Make repeated efforts to get the team member to understand and change detrimental behavior</a:t>
            </a:r>
          </a:p>
          <a:p>
            <a:pPr marL="240665" marR="20002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Recognize that not everyone is suited to their current role and look for ways to help them be successful, even when that means helping them find a new role</a:t>
            </a:r>
          </a:p>
        </p:txBody>
      </p:sp>
      <p:grpSp>
        <p:nvGrpSpPr>
          <p:cNvPr id="15" name="object 15"/>
          <p:cNvGrpSpPr/>
          <p:nvPr/>
        </p:nvGrpSpPr>
        <p:grpSpPr>
          <a:xfrm>
            <a:off x="1136650" y="1828800"/>
            <a:ext cx="3663950" cy="502284"/>
            <a:chOff x="1136650" y="1828800"/>
            <a:chExt cx="3663950" cy="502284"/>
          </a:xfrm>
        </p:grpSpPr>
        <p:sp>
          <p:nvSpPr>
            <p:cNvPr id="16" name="object 16"/>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7" name="object 17"/>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8" name="object 18"/>
          <p:cNvSpPr txBox="1"/>
          <p:nvPr/>
        </p:nvSpPr>
        <p:spPr>
          <a:xfrm>
            <a:off x="5850890" y="1912718"/>
            <a:ext cx="2011680" cy="228268"/>
          </a:xfrm>
          <a:prstGeom prst="rect">
            <a:avLst/>
          </a:prstGeom>
        </p:spPr>
        <p:txBody>
          <a:bodyPr vert="horz" wrap="square" lIns="0" tIns="12700" rIns="0" bIns="0" rtlCol="0">
            <a:spAutoFit/>
          </a:bodyPr>
          <a:lstStyle/>
          <a:p>
            <a:pPr marL="12700">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p:txBody>
      </p:sp>
      <p:sp>
        <p:nvSpPr>
          <p:cNvPr id="19" name="object 19"/>
          <p:cNvSpPr txBox="1"/>
          <p:nvPr/>
        </p:nvSpPr>
        <p:spPr>
          <a:xfrm>
            <a:off x="5850890" y="2289909"/>
            <a:ext cx="3328035" cy="2235835"/>
          </a:xfrm>
          <a:prstGeom prst="rect">
            <a:avLst/>
          </a:prstGeom>
        </p:spPr>
        <p:txBody>
          <a:bodyPr vert="horz" wrap="square" lIns="0" tIns="12700" rIns="0" bIns="0" rtlCol="0">
            <a:spAutoFit/>
          </a:bodyPr>
          <a:lstStyle/>
          <a:p>
            <a:pPr marL="240665" marR="450850" indent="-228600">
              <a:lnSpc>
                <a:spcPct val="100000"/>
              </a:lnSpc>
              <a:spcBef>
                <a:spcPts val="100"/>
              </a:spcBef>
              <a:buAutoNum type="arabicPeriod"/>
              <a:tabLst>
                <a:tab pos="240665" algn="l"/>
                <a:tab pos="242570" algn="l"/>
              </a:tabLst>
            </a:pPr>
            <a:r>
              <a:rPr sz="1100" dirty="0">
                <a:solidFill>
                  <a:srgbClr val="393630"/>
                </a:solidFill>
                <a:latin typeface="Tahoma"/>
                <a:cs typeface="Tahoma"/>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Overlook the need to continue motivating and supporting the team member during the difficult period</a:t>
            </a:r>
          </a:p>
          <a:p>
            <a:pPr marL="240665" marR="3175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Wait until the end of the year or performance review cycle to address problems</a:t>
            </a:r>
          </a:p>
          <a:p>
            <a:pPr marL="240665" marR="4572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Allow emotions to get in the way of having a needed conversation</a:t>
            </a:r>
          </a:p>
          <a:p>
            <a:pPr marL="240665" marR="42545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Aren’t prepared to provide specific examples of observable behavior</a:t>
            </a: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on more themselves to cover up a deficiency in one of their team members instead of addressing it</a:t>
            </a:r>
          </a:p>
        </p:txBody>
      </p:sp>
      <p:grpSp>
        <p:nvGrpSpPr>
          <p:cNvPr id="20" name="object 20"/>
          <p:cNvGrpSpPr/>
          <p:nvPr/>
        </p:nvGrpSpPr>
        <p:grpSpPr>
          <a:xfrm>
            <a:off x="5349240" y="1828800"/>
            <a:ext cx="3663950" cy="502284"/>
            <a:chOff x="5349240" y="1828800"/>
            <a:chExt cx="3663950" cy="502284"/>
          </a:xfrm>
        </p:grpSpPr>
        <p:sp>
          <p:nvSpPr>
            <p:cNvPr id="21" name="object 21"/>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2" name="object 22"/>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3" name="object 23"/>
          <p:cNvGrpSpPr/>
          <p:nvPr/>
        </p:nvGrpSpPr>
        <p:grpSpPr>
          <a:xfrm>
            <a:off x="1111251" y="1121417"/>
            <a:ext cx="685800" cy="593725"/>
            <a:chOff x="1111251" y="1121417"/>
            <a:chExt cx="685800" cy="593725"/>
          </a:xfrm>
        </p:grpSpPr>
        <p:sp>
          <p:nvSpPr>
            <p:cNvPr id="24" name="object 24"/>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5" name="object 25"/>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pic>
          <p:nvPicPr>
            <p:cNvPr id="26" name="object 26"/>
            <p:cNvPicPr/>
            <p:nvPr/>
          </p:nvPicPr>
          <p:blipFill>
            <a:blip r:embed="rId4" cstate="print"/>
            <a:stretch>
              <a:fillRect/>
            </a:stretch>
          </p:blipFill>
          <p:spPr>
            <a:xfrm>
              <a:off x="1340717" y="1275276"/>
              <a:ext cx="226838" cy="285741"/>
            </a:xfrm>
            <a:prstGeom prst="rect">
              <a:avLst/>
            </a:prstGeom>
          </p:spPr>
        </p:pic>
      </p:grpSp>
      <p:sp>
        <p:nvSpPr>
          <p:cNvPr id="27" name="object 27"/>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8" name="object 28"/>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05955" y="1303994"/>
            <a:ext cx="4163690" cy="579646"/>
          </a:xfrm>
          <a:prstGeom prst="rect">
            <a:avLst/>
          </a:prstGeom>
        </p:spPr>
        <p:txBody>
          <a:bodyPr vert="horz" wrap="square" lIns="0" tIns="12700" rIns="0" bIns="0" rtlCol="0">
            <a:spAutoFit/>
          </a:bodyPr>
          <a:lstStyle/>
          <a:p>
            <a:pPr marL="12700">
              <a:lnSpc>
                <a:spcPct val="100000"/>
              </a:lnSpc>
              <a:spcBef>
                <a:spcPts val="100"/>
              </a:spcBef>
            </a:pPr>
            <a:r>
              <a:rPr lang="en-US"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 </a:t>
            </a: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the team experiences a failure …</a:t>
            </a:r>
          </a:p>
          <a:p>
            <a:pPr marL="12700">
              <a:lnSpc>
                <a:spcPct val="100000"/>
              </a:lnSpc>
              <a:spcBef>
                <a:spcPts val="100"/>
              </a:spcBef>
            </a:pPr>
            <a:endPar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3" name="object 13"/>
          <p:cNvSpPr txBox="1"/>
          <p:nvPr/>
        </p:nvSpPr>
        <p:spPr>
          <a:xfrm>
            <a:off x="1148066" y="1907076"/>
            <a:ext cx="3322954" cy="4252446"/>
          </a:xfrm>
          <a:prstGeom prst="rect">
            <a:avLst/>
          </a:prstGeom>
        </p:spPr>
        <p:txBody>
          <a:bodyPr vert="horz" wrap="square" lIns="0" tIns="12700" rIns="0" bIns="0" rtlCol="0">
            <a:spAutoFit/>
          </a:bodyPr>
          <a:lstStyle/>
          <a:p>
            <a:pPr marL="12065" marR="405765">
              <a:spcBef>
                <a:spcPts val="720"/>
              </a:spcBef>
              <a:tabLst>
                <a:tab pos="240665" algn="l"/>
                <a:tab pos="242570" algn="l"/>
              </a:tabLst>
            </a:pPr>
            <a:r>
              <a:rPr lang="en-US"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endParaRPr lang="en-US" sz="1400" dirty="0">
              <a:solidFill>
                <a:srgbClr val="393630"/>
              </a:solidFill>
              <a:latin typeface="Tahoma"/>
              <a:cs typeface="Tahoma"/>
            </a:endParaRPr>
          </a:p>
          <a:p>
            <a:pPr marL="240665" marR="8763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Create a culture where failure is expected as a condition of taking risks and supported as a way to grow</a:t>
            </a:r>
          </a:p>
          <a:p>
            <a:pPr marL="240665" marR="8763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Identify when to cut the losses and move on from a failed attempt</a:t>
            </a:r>
          </a:p>
          <a:p>
            <a:pPr marL="240665" marR="17272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Work with the team to determine and understand the root cause(s) of the failure</a:t>
            </a:r>
          </a:p>
          <a:p>
            <a:pPr marL="240665" marR="15303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Commit time to doing a post-mortem to capitalize on lessons learned</a:t>
            </a:r>
          </a:p>
          <a:p>
            <a:pPr marL="2406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Admit their own role in the failure</a:t>
            </a:r>
          </a:p>
          <a:p>
            <a:pPr marL="240665" marR="10858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Operate with transparency in order to leverage the knowledge learned that can be applied to other projects or endeavors</a:t>
            </a:r>
          </a:p>
          <a:p>
            <a:pPr marL="240665" marR="9271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Develop new processes to ensure that preventable failures don’t occur again</a:t>
            </a:r>
          </a:p>
          <a:p>
            <a:pPr marL="240665" marR="685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Create a plan that allows the team to come back from the failure with a renewed sense of motivation</a:t>
            </a: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Communicate support and appreciation to the team for their efforts</a:t>
            </a:r>
          </a:p>
        </p:txBody>
      </p:sp>
      <p:grpSp>
        <p:nvGrpSpPr>
          <p:cNvPr id="14" name="object 14"/>
          <p:cNvGrpSpPr/>
          <p:nvPr/>
        </p:nvGrpSpPr>
        <p:grpSpPr>
          <a:xfrm>
            <a:off x="1136650" y="1828800"/>
            <a:ext cx="3663950" cy="502284"/>
            <a:chOff x="1136650" y="1828800"/>
            <a:chExt cx="3663950" cy="502284"/>
          </a:xfrm>
        </p:grpSpPr>
        <p:sp>
          <p:nvSpPr>
            <p:cNvPr id="15" name="object 15"/>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6" name="object 16"/>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7" name="object 17"/>
          <p:cNvSpPr txBox="1"/>
          <p:nvPr/>
        </p:nvSpPr>
        <p:spPr>
          <a:xfrm>
            <a:off x="5850890" y="1912718"/>
            <a:ext cx="3209925" cy="227774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a:p>
            <a:pPr marL="240665" marR="402590" indent="-228600">
              <a:spcBef>
                <a:spcPts val="720"/>
              </a:spcBef>
              <a:buAutoNum type="arabicPeriod"/>
              <a:tabLst>
                <a:tab pos="240665" algn="l"/>
                <a:tab pos="242570" algn="l"/>
              </a:tabLst>
            </a:pPr>
            <a:r>
              <a:rPr sz="1100" dirty="0">
                <a:solidFill>
                  <a:srgbClr val="393630"/>
                </a:solidFill>
                <a:latin typeface="Tahoma"/>
                <a:cs typeface="Tahoma"/>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Keep trying to make something work, to the detriment of the team or organization</a:t>
            </a:r>
          </a:p>
          <a:p>
            <a:pPr marL="240665" marR="1714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Kill off projects before giving the team a chance to work through conquerable obstacles</a:t>
            </a:r>
          </a:p>
          <a:p>
            <a:pPr marL="240665" marR="44640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Move on from the failure before finding the root cause</a:t>
            </a:r>
          </a:p>
          <a:p>
            <a:pPr marL="240665" marR="50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Find the root cause but neglect to take action on it so that it doesn’t happen again</a:t>
            </a:r>
          </a:p>
          <a:p>
            <a:pPr marL="24066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Identify a person or group to blame for the failure</a:t>
            </a:r>
          </a:p>
        </p:txBody>
      </p:sp>
      <p:grpSp>
        <p:nvGrpSpPr>
          <p:cNvPr id="18" name="object 18"/>
          <p:cNvGrpSpPr/>
          <p:nvPr/>
        </p:nvGrpSpPr>
        <p:grpSpPr>
          <a:xfrm>
            <a:off x="5349240" y="1828800"/>
            <a:ext cx="3663950" cy="502284"/>
            <a:chOff x="5349240" y="1828800"/>
            <a:chExt cx="3663950" cy="502284"/>
          </a:xfrm>
        </p:grpSpPr>
        <p:sp>
          <p:nvSpPr>
            <p:cNvPr id="19" name="object 19"/>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0" name="object 20"/>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1" name="object 21"/>
          <p:cNvGrpSpPr/>
          <p:nvPr/>
        </p:nvGrpSpPr>
        <p:grpSpPr>
          <a:xfrm>
            <a:off x="1111251" y="1121417"/>
            <a:ext cx="685800" cy="593725"/>
            <a:chOff x="1111251" y="1121417"/>
            <a:chExt cx="685800" cy="593725"/>
          </a:xfrm>
        </p:grpSpPr>
        <p:sp>
          <p:nvSpPr>
            <p:cNvPr id="22" name="object 22"/>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3" name="object 23"/>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sp>
          <p:nvSpPr>
            <p:cNvPr id="24" name="object 24"/>
            <p:cNvSpPr/>
            <p:nvPr/>
          </p:nvSpPr>
          <p:spPr>
            <a:xfrm>
              <a:off x="1310646" y="1274212"/>
              <a:ext cx="286385" cy="287655"/>
            </a:xfrm>
            <a:custGeom>
              <a:avLst/>
              <a:gdLst/>
              <a:ahLst/>
              <a:cxnLst/>
              <a:rect l="l" t="t" r="r" b="b"/>
              <a:pathLst>
                <a:path w="286384" h="287655">
                  <a:moveTo>
                    <a:pt x="79679" y="124739"/>
                  </a:moveTo>
                  <a:lnTo>
                    <a:pt x="66979" y="124739"/>
                  </a:lnTo>
                  <a:lnTo>
                    <a:pt x="66979" y="274434"/>
                  </a:lnTo>
                  <a:lnTo>
                    <a:pt x="3479" y="274434"/>
                  </a:lnTo>
                  <a:lnTo>
                    <a:pt x="634" y="277317"/>
                  </a:lnTo>
                  <a:lnTo>
                    <a:pt x="634" y="284352"/>
                  </a:lnTo>
                  <a:lnTo>
                    <a:pt x="3479" y="287235"/>
                  </a:lnTo>
                  <a:lnTo>
                    <a:pt x="282562" y="287235"/>
                  </a:lnTo>
                  <a:lnTo>
                    <a:pt x="285419" y="284352"/>
                  </a:lnTo>
                  <a:lnTo>
                    <a:pt x="285419" y="277317"/>
                  </a:lnTo>
                  <a:lnTo>
                    <a:pt x="282877" y="274751"/>
                  </a:lnTo>
                  <a:lnTo>
                    <a:pt x="79679" y="274751"/>
                  </a:lnTo>
                  <a:lnTo>
                    <a:pt x="79679" y="124739"/>
                  </a:lnTo>
                  <a:close/>
                </a:path>
                <a:path w="286384" h="287655">
                  <a:moveTo>
                    <a:pt x="168897" y="143929"/>
                  </a:moveTo>
                  <a:lnTo>
                    <a:pt x="117144" y="143929"/>
                  </a:lnTo>
                  <a:lnTo>
                    <a:pt x="111442" y="149694"/>
                  </a:lnTo>
                  <a:lnTo>
                    <a:pt x="111442" y="274751"/>
                  </a:lnTo>
                  <a:lnTo>
                    <a:pt x="124142" y="274751"/>
                  </a:lnTo>
                  <a:lnTo>
                    <a:pt x="124142" y="156730"/>
                  </a:lnTo>
                  <a:lnTo>
                    <a:pt x="174637" y="156730"/>
                  </a:lnTo>
                  <a:lnTo>
                    <a:pt x="174637" y="149694"/>
                  </a:lnTo>
                  <a:lnTo>
                    <a:pt x="168897" y="143929"/>
                  </a:lnTo>
                  <a:close/>
                </a:path>
                <a:path w="286384" h="287655">
                  <a:moveTo>
                    <a:pt x="174637" y="156730"/>
                  </a:moveTo>
                  <a:lnTo>
                    <a:pt x="161937" y="156730"/>
                  </a:lnTo>
                  <a:lnTo>
                    <a:pt x="161937" y="274751"/>
                  </a:lnTo>
                  <a:lnTo>
                    <a:pt x="174637" y="274751"/>
                  </a:lnTo>
                  <a:lnTo>
                    <a:pt x="174637" y="156730"/>
                  </a:lnTo>
                  <a:close/>
                </a:path>
                <a:path w="286384" h="287655">
                  <a:moveTo>
                    <a:pt x="263829" y="179120"/>
                  </a:moveTo>
                  <a:lnTo>
                    <a:pt x="212077" y="179120"/>
                  </a:lnTo>
                  <a:lnTo>
                    <a:pt x="206374" y="184873"/>
                  </a:lnTo>
                  <a:lnTo>
                    <a:pt x="206374" y="274751"/>
                  </a:lnTo>
                  <a:lnTo>
                    <a:pt x="219074" y="274751"/>
                  </a:lnTo>
                  <a:lnTo>
                    <a:pt x="219074" y="191909"/>
                  </a:lnTo>
                  <a:lnTo>
                    <a:pt x="269570" y="191909"/>
                  </a:lnTo>
                  <a:lnTo>
                    <a:pt x="269570" y="184873"/>
                  </a:lnTo>
                  <a:lnTo>
                    <a:pt x="263829" y="179120"/>
                  </a:lnTo>
                  <a:close/>
                </a:path>
                <a:path w="286384" h="287655">
                  <a:moveTo>
                    <a:pt x="269570" y="191909"/>
                  </a:moveTo>
                  <a:lnTo>
                    <a:pt x="256870" y="191909"/>
                  </a:lnTo>
                  <a:lnTo>
                    <a:pt x="256870" y="274751"/>
                  </a:lnTo>
                  <a:lnTo>
                    <a:pt x="282877" y="274751"/>
                  </a:lnTo>
                  <a:lnTo>
                    <a:pt x="282562" y="274434"/>
                  </a:lnTo>
                  <a:lnTo>
                    <a:pt x="269570" y="274434"/>
                  </a:lnTo>
                  <a:lnTo>
                    <a:pt x="269570" y="191909"/>
                  </a:lnTo>
                  <a:close/>
                </a:path>
                <a:path w="286384" h="287655">
                  <a:moveTo>
                    <a:pt x="73977" y="111950"/>
                  </a:moveTo>
                  <a:lnTo>
                    <a:pt x="22212" y="111950"/>
                  </a:lnTo>
                  <a:lnTo>
                    <a:pt x="16509" y="117703"/>
                  </a:lnTo>
                  <a:lnTo>
                    <a:pt x="16509" y="274434"/>
                  </a:lnTo>
                  <a:lnTo>
                    <a:pt x="29209" y="274434"/>
                  </a:lnTo>
                  <a:lnTo>
                    <a:pt x="29209" y="124739"/>
                  </a:lnTo>
                  <a:lnTo>
                    <a:pt x="79679" y="124739"/>
                  </a:lnTo>
                  <a:lnTo>
                    <a:pt x="79679" y="117703"/>
                  </a:lnTo>
                  <a:lnTo>
                    <a:pt x="73977" y="111950"/>
                  </a:lnTo>
                  <a:close/>
                </a:path>
                <a:path w="286384" h="287655">
                  <a:moveTo>
                    <a:pt x="200136" y="70040"/>
                  </a:moveTo>
                  <a:lnTo>
                    <a:pt x="183197" y="70040"/>
                  </a:lnTo>
                  <a:lnTo>
                    <a:pt x="264464" y="152565"/>
                  </a:lnTo>
                  <a:lnTo>
                    <a:pt x="238429" y="152565"/>
                  </a:lnTo>
                  <a:lnTo>
                    <a:pt x="235584" y="155447"/>
                  </a:lnTo>
                  <a:lnTo>
                    <a:pt x="235584" y="162483"/>
                  </a:lnTo>
                  <a:lnTo>
                    <a:pt x="238429" y="165366"/>
                  </a:lnTo>
                  <a:lnTo>
                    <a:pt x="283527" y="165366"/>
                  </a:lnTo>
                  <a:lnTo>
                    <a:pt x="286384" y="162483"/>
                  </a:lnTo>
                  <a:lnTo>
                    <a:pt x="286384" y="143294"/>
                  </a:lnTo>
                  <a:lnTo>
                    <a:pt x="273684" y="143294"/>
                  </a:lnTo>
                  <a:lnTo>
                    <a:pt x="200136" y="70040"/>
                  </a:lnTo>
                  <a:close/>
                </a:path>
                <a:path w="286384" h="287655">
                  <a:moveTo>
                    <a:pt x="283527" y="114185"/>
                  </a:moveTo>
                  <a:lnTo>
                    <a:pt x="276529" y="114185"/>
                  </a:lnTo>
                  <a:lnTo>
                    <a:pt x="273684" y="117068"/>
                  </a:lnTo>
                  <a:lnTo>
                    <a:pt x="273684" y="143294"/>
                  </a:lnTo>
                  <a:lnTo>
                    <a:pt x="286384" y="143294"/>
                  </a:lnTo>
                  <a:lnTo>
                    <a:pt x="286384" y="117068"/>
                  </a:lnTo>
                  <a:lnTo>
                    <a:pt x="283527" y="114185"/>
                  </a:lnTo>
                  <a:close/>
                </a:path>
                <a:path w="286384" h="287655">
                  <a:moveTo>
                    <a:pt x="100634" y="102996"/>
                  </a:moveTo>
                  <a:lnTo>
                    <a:pt x="96824" y="102996"/>
                  </a:lnTo>
                  <a:lnTo>
                    <a:pt x="97472" y="103314"/>
                  </a:lnTo>
                  <a:lnTo>
                    <a:pt x="100329" y="103314"/>
                  </a:lnTo>
                  <a:lnTo>
                    <a:pt x="100634" y="102996"/>
                  </a:lnTo>
                  <a:close/>
                </a:path>
                <a:path w="286384" h="287655">
                  <a:moveTo>
                    <a:pt x="76822" y="66852"/>
                  </a:moveTo>
                  <a:lnTo>
                    <a:pt x="73012" y="66852"/>
                  </a:lnTo>
                  <a:lnTo>
                    <a:pt x="67932" y="71970"/>
                  </a:lnTo>
                  <a:lnTo>
                    <a:pt x="67932" y="75806"/>
                  </a:lnTo>
                  <a:lnTo>
                    <a:pt x="94297" y="102031"/>
                  </a:lnTo>
                  <a:lnTo>
                    <a:pt x="94602" y="102031"/>
                  </a:lnTo>
                  <a:lnTo>
                    <a:pt x="94932" y="102349"/>
                  </a:lnTo>
                  <a:lnTo>
                    <a:pt x="95554" y="102679"/>
                  </a:lnTo>
                  <a:lnTo>
                    <a:pt x="95884" y="102679"/>
                  </a:lnTo>
                  <a:lnTo>
                    <a:pt x="96519" y="102996"/>
                  </a:lnTo>
                  <a:lnTo>
                    <a:pt x="100964" y="102996"/>
                  </a:lnTo>
                  <a:lnTo>
                    <a:pt x="133699" y="89877"/>
                  </a:lnTo>
                  <a:lnTo>
                    <a:pt x="99694" y="89877"/>
                  </a:lnTo>
                  <a:lnTo>
                    <a:pt x="76822" y="66852"/>
                  </a:lnTo>
                  <a:close/>
                </a:path>
                <a:path w="286384" h="287655">
                  <a:moveTo>
                    <a:pt x="186372" y="56934"/>
                  </a:moveTo>
                  <a:lnTo>
                    <a:pt x="181597" y="56934"/>
                  </a:lnTo>
                  <a:lnTo>
                    <a:pt x="99694" y="89877"/>
                  </a:lnTo>
                  <a:lnTo>
                    <a:pt x="133699" y="89877"/>
                  </a:lnTo>
                  <a:lnTo>
                    <a:pt x="183197" y="70040"/>
                  </a:lnTo>
                  <a:lnTo>
                    <a:pt x="200136" y="70040"/>
                  </a:lnTo>
                  <a:lnTo>
                    <a:pt x="188264" y="58216"/>
                  </a:lnTo>
                  <a:lnTo>
                    <a:pt x="187959" y="58216"/>
                  </a:lnTo>
                  <a:lnTo>
                    <a:pt x="187629" y="57886"/>
                  </a:lnTo>
                  <a:lnTo>
                    <a:pt x="187629" y="57569"/>
                  </a:lnTo>
                  <a:lnTo>
                    <a:pt x="187007" y="57569"/>
                  </a:lnTo>
                  <a:lnTo>
                    <a:pt x="187007" y="57251"/>
                  </a:lnTo>
                  <a:lnTo>
                    <a:pt x="186677" y="57251"/>
                  </a:lnTo>
                  <a:lnTo>
                    <a:pt x="186372" y="56934"/>
                  </a:lnTo>
                  <a:close/>
                </a:path>
                <a:path w="286384" h="287655">
                  <a:moveTo>
                    <a:pt x="53022" y="42544"/>
                  </a:moveTo>
                  <a:lnTo>
                    <a:pt x="49199" y="42544"/>
                  </a:lnTo>
                  <a:lnTo>
                    <a:pt x="44132" y="47663"/>
                  </a:lnTo>
                  <a:lnTo>
                    <a:pt x="44132" y="51498"/>
                  </a:lnTo>
                  <a:lnTo>
                    <a:pt x="56197" y="63652"/>
                  </a:lnTo>
                  <a:lnTo>
                    <a:pt x="57784" y="64287"/>
                  </a:lnTo>
                  <a:lnTo>
                    <a:pt x="60947" y="64287"/>
                  </a:lnTo>
                  <a:lnTo>
                    <a:pt x="62534" y="63652"/>
                  </a:lnTo>
                  <a:lnTo>
                    <a:pt x="66344" y="59816"/>
                  </a:lnTo>
                  <a:lnTo>
                    <a:pt x="66344" y="55968"/>
                  </a:lnTo>
                  <a:lnTo>
                    <a:pt x="53022" y="42544"/>
                  </a:lnTo>
                  <a:close/>
                </a:path>
                <a:path w="286384" h="287655">
                  <a:moveTo>
                    <a:pt x="185737" y="56616"/>
                  </a:moveTo>
                  <a:lnTo>
                    <a:pt x="182562" y="56616"/>
                  </a:lnTo>
                  <a:lnTo>
                    <a:pt x="182232" y="56934"/>
                  </a:lnTo>
                  <a:lnTo>
                    <a:pt x="186042" y="56934"/>
                  </a:lnTo>
                  <a:lnTo>
                    <a:pt x="185737" y="56616"/>
                  </a:lnTo>
                  <a:close/>
                </a:path>
                <a:path w="286384" h="287655">
                  <a:moveTo>
                    <a:pt x="8889" y="0"/>
                  </a:moveTo>
                  <a:lnTo>
                    <a:pt x="5067" y="0"/>
                  </a:lnTo>
                  <a:lnTo>
                    <a:pt x="0" y="5118"/>
                  </a:lnTo>
                  <a:lnTo>
                    <a:pt x="0" y="8953"/>
                  </a:lnTo>
                  <a:lnTo>
                    <a:pt x="31102" y="40297"/>
                  </a:lnTo>
                  <a:lnTo>
                    <a:pt x="32689" y="40944"/>
                  </a:lnTo>
                  <a:lnTo>
                    <a:pt x="35877" y="40944"/>
                  </a:lnTo>
                  <a:lnTo>
                    <a:pt x="37464" y="40297"/>
                  </a:lnTo>
                  <a:lnTo>
                    <a:pt x="41274" y="36461"/>
                  </a:lnTo>
                  <a:lnTo>
                    <a:pt x="41274" y="32626"/>
                  </a:lnTo>
                  <a:lnTo>
                    <a:pt x="8889" y="0"/>
                  </a:lnTo>
                  <a:close/>
                </a:path>
              </a:pathLst>
            </a:custGeom>
            <a:solidFill>
              <a:srgbClr val="2A6A83"/>
            </a:solidFill>
          </p:spPr>
          <p:txBody>
            <a:bodyPr wrap="square" lIns="0" tIns="0" rIns="0" bIns="0" rtlCol="0"/>
            <a:lstStyle/>
            <a:p>
              <a:endParaRPr/>
            </a:p>
          </p:txBody>
        </p:sp>
      </p:grpSp>
      <p:sp>
        <p:nvSpPr>
          <p:cNvPr id="25" name="object 25"/>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6" name="object 26"/>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5887085" cy="299720"/>
          </a:xfrm>
          <a:prstGeom prst="rect">
            <a:avLst/>
          </a:prstGeom>
        </p:spPr>
        <p:txBody>
          <a:bodyPr vert="horz" wrap="square" lIns="0" tIns="12700" rIns="0" bIns="0" rtlCol="0">
            <a:spAutoFit/>
          </a:bodyPr>
          <a:lstStyle/>
          <a:p>
            <a:pPr marL="12700">
              <a:lnSpc>
                <a:spcPct val="100000"/>
              </a:lnSpc>
              <a:spcBef>
                <a:spcPts val="100"/>
              </a:spcBef>
            </a:pP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the team is progressing through a long-term project …</a:t>
            </a: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p:txBody>
      </p:sp>
      <p:sp>
        <p:nvSpPr>
          <p:cNvPr id="14" name="object 14"/>
          <p:cNvSpPr txBox="1"/>
          <p:nvPr/>
        </p:nvSpPr>
        <p:spPr>
          <a:xfrm>
            <a:off x="1130300" y="2232759"/>
            <a:ext cx="3292475" cy="4110354"/>
          </a:xfrm>
          <a:prstGeom prst="rect">
            <a:avLst/>
          </a:prstGeom>
        </p:spPr>
        <p:txBody>
          <a:bodyPr vert="horz" wrap="square" lIns="0" tIns="12700" rIns="0" bIns="0" rtlCol="0">
            <a:spAutoFit/>
          </a:bodyPr>
          <a:lstStyle/>
          <a:p>
            <a:pPr marL="240665" marR="10160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Begin the project with a determination around the best methodologies for running the project</a:t>
            </a:r>
          </a:p>
          <a:p>
            <a:pPr marL="240665" marR="33020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Empower team members to take ownership of unique aspects of the project</a:t>
            </a:r>
          </a:p>
          <a:p>
            <a:pPr marL="240665" marR="1574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Motivate the team members to ensure continued progress throughout the process</a:t>
            </a:r>
          </a:p>
          <a:p>
            <a:pPr marL="240665" marR="15557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Anticipate potential issues or derailers that could hinder the continued progress</a:t>
            </a:r>
          </a:p>
          <a:p>
            <a:pPr marL="240665" marR="3810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Use an iterative approach with built-in checkpoints to determine whether to either accelerate or redirect the project</a:t>
            </a:r>
          </a:p>
          <a:p>
            <a:pPr marL="240665" marR="50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Continue to assess the composition of the team during the project and adjust to optimize as needed</a:t>
            </a:r>
          </a:p>
          <a:p>
            <a:pPr marL="240665" marR="13081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Stop to revisit whether underlying assumptions or conditions have changed that might require the project’s scope to be revised</a:t>
            </a:r>
          </a:p>
          <a:p>
            <a:pPr marL="240665" marR="37020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Seek out input and feedback from individuals beyond the core team</a:t>
            </a:r>
          </a:p>
          <a:p>
            <a:pPr marL="240665" marR="33718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Show the courage and willingness to request additional support or resources for the project</a:t>
            </a:r>
          </a:p>
        </p:txBody>
      </p:sp>
      <p:sp>
        <p:nvSpPr>
          <p:cNvPr id="15" name="object 15"/>
          <p:cNvSpPr txBox="1"/>
          <p:nvPr/>
        </p:nvSpPr>
        <p:spPr>
          <a:xfrm>
            <a:off x="1130300" y="6409090"/>
            <a:ext cx="3088640" cy="788035"/>
          </a:xfrm>
          <a:prstGeom prst="rect">
            <a:avLst/>
          </a:prstGeom>
        </p:spPr>
        <p:txBody>
          <a:bodyPr vert="horz" wrap="square" lIns="0" tIns="12700" rIns="0" bIns="0" rtlCol="0">
            <a:spAutoFit/>
          </a:bodyPr>
          <a:lstStyle/>
          <a:p>
            <a:pPr marL="240665" marR="42545" indent="-228600">
              <a:lnSpc>
                <a:spcPct val="100000"/>
              </a:lnSpc>
              <a:spcBef>
                <a:spcPts val="100"/>
              </a:spcBef>
              <a:buAutoNum type="arabicPeriod" startAt="10"/>
              <a:tabLst>
                <a:tab pos="24066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Ask team members to share best-in-class ideas beyond the core team</a:t>
            </a:r>
            <a:endParaRPr sz="1100" dirty="0">
              <a:latin typeface="Calibri Light" panose="020F0302020204030204" pitchFamily="34" charset="0"/>
              <a:ea typeface="Calibri Light" panose="020F0302020204030204" pitchFamily="34" charset="0"/>
              <a:cs typeface="Calibri Light" panose="020F0302020204030204" pitchFamily="34" charset="0"/>
            </a:endParaRPr>
          </a:p>
          <a:p>
            <a:pPr marL="240665" marR="5080" indent="-228600">
              <a:lnSpc>
                <a:spcPct val="100000"/>
              </a:lnSpc>
              <a:spcBef>
                <a:spcPts val="720"/>
              </a:spcBef>
              <a:buAutoNum type="arabicPeriod" startAt="10"/>
              <a:tabLst>
                <a:tab pos="240665"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Take the time to recognize people for quick wins along the way</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6" name="object 16"/>
          <p:cNvGrpSpPr/>
          <p:nvPr/>
        </p:nvGrpSpPr>
        <p:grpSpPr>
          <a:xfrm>
            <a:off x="1136650" y="1828800"/>
            <a:ext cx="3663950" cy="502284"/>
            <a:chOff x="1136650" y="1828800"/>
            <a:chExt cx="3663950" cy="502284"/>
          </a:xfrm>
        </p:grpSpPr>
        <p:sp>
          <p:nvSpPr>
            <p:cNvPr id="17" name="object 17"/>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8" name="object 18"/>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9" name="object 19"/>
          <p:cNvSpPr txBox="1"/>
          <p:nvPr/>
        </p:nvSpPr>
        <p:spPr>
          <a:xfrm>
            <a:off x="5850890" y="1912718"/>
            <a:ext cx="2011680" cy="228268"/>
          </a:xfrm>
          <a:prstGeom prst="rect">
            <a:avLst/>
          </a:prstGeom>
        </p:spPr>
        <p:txBody>
          <a:bodyPr vert="horz" wrap="square" lIns="0" tIns="12700" rIns="0" bIns="0" rtlCol="0">
            <a:spAutoFit/>
          </a:bodyPr>
          <a:lstStyle/>
          <a:p>
            <a:pPr marL="12700">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p:txBody>
      </p:sp>
      <p:sp>
        <p:nvSpPr>
          <p:cNvPr id="20" name="object 20"/>
          <p:cNvSpPr txBox="1"/>
          <p:nvPr/>
        </p:nvSpPr>
        <p:spPr>
          <a:xfrm>
            <a:off x="5850890" y="2198405"/>
            <a:ext cx="3314065" cy="1656714"/>
          </a:xfrm>
          <a:prstGeom prst="rect">
            <a:avLst/>
          </a:prstGeom>
        </p:spPr>
        <p:txBody>
          <a:bodyPr vert="horz" wrap="square" lIns="0" tIns="104139" rIns="0" bIns="0" rtlCol="0">
            <a:spAutoFit/>
          </a:bodyPr>
          <a:lstStyle/>
          <a:p>
            <a:pPr marL="2406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Wait until the end to measure success</a:t>
            </a:r>
          </a:p>
          <a:p>
            <a:pPr marL="2406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Wait until late in the process to raise concerns</a:t>
            </a:r>
          </a:p>
          <a:p>
            <a:pPr marL="2406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Allow successes to make the team complacent</a:t>
            </a:r>
          </a:p>
          <a:p>
            <a:pPr marL="240665" marR="227329"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Look to solve issues by applying more funding to the problem</a:t>
            </a: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Allow ‘group think’ to obscure areas where the team could do better</a:t>
            </a:r>
          </a:p>
        </p:txBody>
      </p:sp>
      <p:grpSp>
        <p:nvGrpSpPr>
          <p:cNvPr id="21" name="object 21"/>
          <p:cNvGrpSpPr/>
          <p:nvPr/>
        </p:nvGrpSpPr>
        <p:grpSpPr>
          <a:xfrm>
            <a:off x="5349240" y="1828800"/>
            <a:ext cx="3663950" cy="502284"/>
            <a:chOff x="5349240" y="1828800"/>
            <a:chExt cx="3663950" cy="502284"/>
          </a:xfrm>
        </p:grpSpPr>
        <p:sp>
          <p:nvSpPr>
            <p:cNvPr id="22" name="object 22"/>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3" name="object 23"/>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4" name="object 24"/>
          <p:cNvGrpSpPr/>
          <p:nvPr/>
        </p:nvGrpSpPr>
        <p:grpSpPr>
          <a:xfrm>
            <a:off x="1111251" y="1121417"/>
            <a:ext cx="685800" cy="593725"/>
            <a:chOff x="1111251" y="1121417"/>
            <a:chExt cx="685800" cy="593725"/>
          </a:xfrm>
        </p:grpSpPr>
        <p:sp>
          <p:nvSpPr>
            <p:cNvPr id="25" name="object 25"/>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6" name="object 26"/>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sp>
          <p:nvSpPr>
            <p:cNvPr id="27" name="object 27"/>
            <p:cNvSpPr/>
            <p:nvPr/>
          </p:nvSpPr>
          <p:spPr>
            <a:xfrm>
              <a:off x="1311276" y="1273973"/>
              <a:ext cx="285750" cy="288925"/>
            </a:xfrm>
            <a:custGeom>
              <a:avLst/>
              <a:gdLst/>
              <a:ahLst/>
              <a:cxnLst/>
              <a:rect l="l" t="t" r="r" b="b"/>
              <a:pathLst>
                <a:path w="285750" h="288925">
                  <a:moveTo>
                    <a:pt x="45796" y="0"/>
                  </a:moveTo>
                  <a:lnTo>
                    <a:pt x="28096" y="3508"/>
                  </a:lnTo>
                  <a:lnTo>
                    <a:pt x="13525" y="13201"/>
                  </a:lnTo>
                  <a:lnTo>
                    <a:pt x="3640" y="27828"/>
                  </a:lnTo>
                  <a:lnTo>
                    <a:pt x="0" y="46139"/>
                  </a:lnTo>
                  <a:lnTo>
                    <a:pt x="4" y="52577"/>
                  </a:lnTo>
                  <a:lnTo>
                    <a:pt x="41452" y="148590"/>
                  </a:lnTo>
                  <a:lnTo>
                    <a:pt x="43560" y="149936"/>
                  </a:lnTo>
                  <a:lnTo>
                    <a:pt x="122872" y="149936"/>
                  </a:lnTo>
                  <a:lnTo>
                    <a:pt x="132939" y="151956"/>
                  </a:lnTo>
                  <a:lnTo>
                    <a:pt x="141108" y="157486"/>
                  </a:lnTo>
                  <a:lnTo>
                    <a:pt x="146587" y="165731"/>
                  </a:lnTo>
                  <a:lnTo>
                    <a:pt x="148589" y="175895"/>
                  </a:lnTo>
                  <a:lnTo>
                    <a:pt x="146587" y="186051"/>
                  </a:lnTo>
                  <a:lnTo>
                    <a:pt x="141108" y="194292"/>
                  </a:lnTo>
                  <a:lnTo>
                    <a:pt x="132939" y="199821"/>
                  </a:lnTo>
                  <a:lnTo>
                    <a:pt x="122872" y="201841"/>
                  </a:lnTo>
                  <a:lnTo>
                    <a:pt x="88582" y="201841"/>
                  </a:lnTo>
                  <a:lnTo>
                    <a:pt x="71914" y="205242"/>
                  </a:lnTo>
                  <a:lnTo>
                    <a:pt x="58288" y="214515"/>
                  </a:lnTo>
                  <a:lnTo>
                    <a:pt x="49093" y="228265"/>
                  </a:lnTo>
                  <a:lnTo>
                    <a:pt x="45719" y="245097"/>
                  </a:lnTo>
                  <a:lnTo>
                    <a:pt x="49093" y="261928"/>
                  </a:lnTo>
                  <a:lnTo>
                    <a:pt x="58288" y="275678"/>
                  </a:lnTo>
                  <a:lnTo>
                    <a:pt x="71914" y="284952"/>
                  </a:lnTo>
                  <a:lnTo>
                    <a:pt x="88582" y="288353"/>
                  </a:lnTo>
                  <a:lnTo>
                    <a:pt x="236473" y="288353"/>
                  </a:lnTo>
                  <a:lnTo>
                    <a:pt x="238569" y="286994"/>
                  </a:lnTo>
                  <a:lnTo>
                    <a:pt x="243348" y="276809"/>
                  </a:lnTo>
                  <a:lnTo>
                    <a:pt x="88582" y="276809"/>
                  </a:lnTo>
                  <a:lnTo>
                    <a:pt x="76282" y="274338"/>
                  </a:lnTo>
                  <a:lnTo>
                    <a:pt x="66298" y="267577"/>
                  </a:lnTo>
                  <a:lnTo>
                    <a:pt x="59598" y="257505"/>
                  </a:lnTo>
                  <a:lnTo>
                    <a:pt x="57149" y="245097"/>
                  </a:lnTo>
                  <a:lnTo>
                    <a:pt x="59598" y="232687"/>
                  </a:lnTo>
                  <a:lnTo>
                    <a:pt x="66298" y="222610"/>
                  </a:lnTo>
                  <a:lnTo>
                    <a:pt x="76282" y="215845"/>
                  </a:lnTo>
                  <a:lnTo>
                    <a:pt x="88582" y="213372"/>
                  </a:lnTo>
                  <a:lnTo>
                    <a:pt x="122872" y="213372"/>
                  </a:lnTo>
                  <a:lnTo>
                    <a:pt x="137031" y="210481"/>
                  </a:lnTo>
                  <a:lnTo>
                    <a:pt x="137229" y="210481"/>
                  </a:lnTo>
                  <a:lnTo>
                    <a:pt x="149123" y="202387"/>
                  </a:lnTo>
                  <a:lnTo>
                    <a:pt x="157094" y="190473"/>
                  </a:lnTo>
                  <a:lnTo>
                    <a:pt x="160019" y="175895"/>
                  </a:lnTo>
                  <a:lnTo>
                    <a:pt x="157094" y="161314"/>
                  </a:lnTo>
                  <a:lnTo>
                    <a:pt x="149123" y="149396"/>
                  </a:lnTo>
                  <a:lnTo>
                    <a:pt x="137313" y="141354"/>
                  </a:lnTo>
                  <a:lnTo>
                    <a:pt x="122872" y="138404"/>
                  </a:lnTo>
                  <a:lnTo>
                    <a:pt x="54736" y="138404"/>
                  </a:lnTo>
                  <a:lnTo>
                    <a:pt x="58410" y="130479"/>
                  </a:lnTo>
                  <a:lnTo>
                    <a:pt x="45719" y="130479"/>
                  </a:lnTo>
                  <a:lnTo>
                    <a:pt x="37979" y="113570"/>
                  </a:lnTo>
                  <a:lnTo>
                    <a:pt x="22227" y="79871"/>
                  </a:lnTo>
                  <a:lnTo>
                    <a:pt x="14287" y="62712"/>
                  </a:lnTo>
                  <a:lnTo>
                    <a:pt x="12992" y="59118"/>
                  </a:lnTo>
                  <a:lnTo>
                    <a:pt x="11532" y="50990"/>
                  </a:lnTo>
                  <a:lnTo>
                    <a:pt x="11429" y="46139"/>
                  </a:lnTo>
                  <a:lnTo>
                    <a:pt x="14102" y="32148"/>
                  </a:lnTo>
                  <a:lnTo>
                    <a:pt x="21421" y="21205"/>
                  </a:lnTo>
                  <a:lnTo>
                    <a:pt x="32336" y="14077"/>
                  </a:lnTo>
                  <a:lnTo>
                    <a:pt x="45796" y="11531"/>
                  </a:lnTo>
                  <a:lnTo>
                    <a:pt x="75498" y="11531"/>
                  </a:lnTo>
                  <a:lnTo>
                    <a:pt x="63482" y="3508"/>
                  </a:lnTo>
                  <a:lnTo>
                    <a:pt x="45796" y="0"/>
                  </a:lnTo>
                  <a:close/>
                </a:path>
                <a:path w="285750" h="288925">
                  <a:moveTo>
                    <a:pt x="234238" y="121107"/>
                  </a:moveTo>
                  <a:lnTo>
                    <a:pt x="214298" y="125100"/>
                  </a:lnTo>
                  <a:lnTo>
                    <a:pt x="197967" y="136082"/>
                  </a:lnTo>
                  <a:lnTo>
                    <a:pt x="186932" y="152552"/>
                  </a:lnTo>
                  <a:lnTo>
                    <a:pt x="182879" y="173012"/>
                  </a:lnTo>
                  <a:lnTo>
                    <a:pt x="182879" y="180124"/>
                  </a:lnTo>
                  <a:lnTo>
                    <a:pt x="184569" y="189064"/>
                  </a:lnTo>
                  <a:lnTo>
                    <a:pt x="186905" y="195351"/>
                  </a:lnTo>
                  <a:lnTo>
                    <a:pt x="196472" y="215712"/>
                  </a:lnTo>
                  <a:lnTo>
                    <a:pt x="225297" y="276809"/>
                  </a:lnTo>
                  <a:lnTo>
                    <a:pt x="243348" y="276809"/>
                  </a:lnTo>
                  <a:lnTo>
                    <a:pt x="246977" y="269074"/>
                  </a:lnTo>
                  <a:lnTo>
                    <a:pt x="234314" y="269074"/>
                  </a:lnTo>
                  <a:lnTo>
                    <a:pt x="225188" y="249502"/>
                  </a:lnTo>
                  <a:lnTo>
                    <a:pt x="206674" y="210481"/>
                  </a:lnTo>
                  <a:lnTo>
                    <a:pt x="194309" y="173012"/>
                  </a:lnTo>
                  <a:lnTo>
                    <a:pt x="197302" y="157486"/>
                  </a:lnTo>
                  <a:lnTo>
                    <a:pt x="197414" y="156904"/>
                  </a:lnTo>
                  <a:lnTo>
                    <a:pt x="205916" y="144114"/>
                  </a:lnTo>
                  <a:lnTo>
                    <a:pt x="218596" y="135680"/>
                  </a:lnTo>
                  <a:lnTo>
                    <a:pt x="234238" y="132638"/>
                  </a:lnTo>
                  <a:lnTo>
                    <a:pt x="265434" y="132638"/>
                  </a:lnTo>
                  <a:lnTo>
                    <a:pt x="254187" y="125100"/>
                  </a:lnTo>
                  <a:lnTo>
                    <a:pt x="234238" y="121107"/>
                  </a:lnTo>
                  <a:close/>
                </a:path>
                <a:path w="285750" h="288925">
                  <a:moveTo>
                    <a:pt x="265434" y="132638"/>
                  </a:moveTo>
                  <a:lnTo>
                    <a:pt x="234238" y="132638"/>
                  </a:lnTo>
                  <a:lnTo>
                    <a:pt x="249893" y="135680"/>
                  </a:lnTo>
                  <a:lnTo>
                    <a:pt x="262628" y="144114"/>
                  </a:lnTo>
                  <a:lnTo>
                    <a:pt x="271188" y="156904"/>
                  </a:lnTo>
                  <a:lnTo>
                    <a:pt x="274319" y="173012"/>
                  </a:lnTo>
                  <a:lnTo>
                    <a:pt x="274319" y="177939"/>
                  </a:lnTo>
                  <a:lnTo>
                    <a:pt x="272605" y="186880"/>
                  </a:lnTo>
                  <a:lnTo>
                    <a:pt x="270966" y="191333"/>
                  </a:lnTo>
                  <a:lnTo>
                    <a:pt x="252782" y="229939"/>
                  </a:lnTo>
                  <a:lnTo>
                    <a:pt x="234314" y="269074"/>
                  </a:lnTo>
                  <a:lnTo>
                    <a:pt x="246977" y="269074"/>
                  </a:lnTo>
                  <a:lnTo>
                    <a:pt x="250020" y="262590"/>
                  </a:lnTo>
                  <a:lnTo>
                    <a:pt x="271273" y="217794"/>
                  </a:lnTo>
                  <a:lnTo>
                    <a:pt x="281724" y="195351"/>
                  </a:lnTo>
                  <a:lnTo>
                    <a:pt x="284086" y="189064"/>
                  </a:lnTo>
                  <a:lnTo>
                    <a:pt x="285749" y="180124"/>
                  </a:lnTo>
                  <a:lnTo>
                    <a:pt x="285749" y="173012"/>
                  </a:lnTo>
                  <a:lnTo>
                    <a:pt x="281667" y="152552"/>
                  </a:lnTo>
                  <a:lnTo>
                    <a:pt x="270571" y="136082"/>
                  </a:lnTo>
                  <a:lnTo>
                    <a:pt x="265434" y="132638"/>
                  </a:lnTo>
                  <a:close/>
                </a:path>
                <a:path w="285750" h="288925">
                  <a:moveTo>
                    <a:pt x="234314" y="147053"/>
                  </a:moveTo>
                  <a:lnTo>
                    <a:pt x="224333" y="149103"/>
                  </a:lnTo>
                  <a:lnTo>
                    <a:pt x="216155" y="154684"/>
                  </a:lnTo>
                  <a:lnTo>
                    <a:pt x="210628" y="162939"/>
                  </a:lnTo>
                  <a:lnTo>
                    <a:pt x="208597" y="173012"/>
                  </a:lnTo>
                  <a:lnTo>
                    <a:pt x="210628" y="183083"/>
                  </a:lnTo>
                  <a:lnTo>
                    <a:pt x="216155" y="191333"/>
                  </a:lnTo>
                  <a:lnTo>
                    <a:pt x="224333" y="196909"/>
                  </a:lnTo>
                  <a:lnTo>
                    <a:pt x="234314" y="198958"/>
                  </a:lnTo>
                  <a:lnTo>
                    <a:pt x="244296" y="196909"/>
                  </a:lnTo>
                  <a:lnTo>
                    <a:pt x="252474" y="191333"/>
                  </a:lnTo>
                  <a:lnTo>
                    <a:pt x="255091" y="187426"/>
                  </a:lnTo>
                  <a:lnTo>
                    <a:pt x="226364" y="187426"/>
                  </a:lnTo>
                  <a:lnTo>
                    <a:pt x="220027" y="181038"/>
                  </a:lnTo>
                  <a:lnTo>
                    <a:pt x="220027" y="164985"/>
                  </a:lnTo>
                  <a:lnTo>
                    <a:pt x="226364" y="158597"/>
                  </a:lnTo>
                  <a:lnTo>
                    <a:pt x="255094" y="158597"/>
                  </a:lnTo>
                  <a:lnTo>
                    <a:pt x="252474" y="154684"/>
                  </a:lnTo>
                  <a:lnTo>
                    <a:pt x="244296" y="149103"/>
                  </a:lnTo>
                  <a:lnTo>
                    <a:pt x="234314" y="147053"/>
                  </a:lnTo>
                  <a:close/>
                </a:path>
                <a:path w="285750" h="288925">
                  <a:moveTo>
                    <a:pt x="255094" y="158597"/>
                  </a:moveTo>
                  <a:lnTo>
                    <a:pt x="242265" y="158597"/>
                  </a:lnTo>
                  <a:lnTo>
                    <a:pt x="248602" y="164985"/>
                  </a:lnTo>
                  <a:lnTo>
                    <a:pt x="248602" y="181038"/>
                  </a:lnTo>
                  <a:lnTo>
                    <a:pt x="242265" y="187426"/>
                  </a:lnTo>
                  <a:lnTo>
                    <a:pt x="255091" y="187426"/>
                  </a:lnTo>
                  <a:lnTo>
                    <a:pt x="258001" y="183083"/>
                  </a:lnTo>
                  <a:lnTo>
                    <a:pt x="260032" y="173012"/>
                  </a:lnTo>
                  <a:lnTo>
                    <a:pt x="258001" y="162939"/>
                  </a:lnTo>
                  <a:lnTo>
                    <a:pt x="255094" y="158597"/>
                  </a:lnTo>
                  <a:close/>
                </a:path>
                <a:path w="285750" h="288925">
                  <a:moveTo>
                    <a:pt x="75498" y="11531"/>
                  </a:moveTo>
                  <a:lnTo>
                    <a:pt x="45796" y="11531"/>
                  </a:lnTo>
                  <a:lnTo>
                    <a:pt x="59248" y="14077"/>
                  </a:lnTo>
                  <a:lnTo>
                    <a:pt x="70110" y="21205"/>
                  </a:lnTo>
                  <a:lnTo>
                    <a:pt x="77366" y="32148"/>
                  </a:lnTo>
                  <a:lnTo>
                    <a:pt x="80009" y="46139"/>
                  </a:lnTo>
                  <a:lnTo>
                    <a:pt x="79902" y="50990"/>
                  </a:lnTo>
                  <a:lnTo>
                    <a:pt x="78438" y="59118"/>
                  </a:lnTo>
                  <a:lnTo>
                    <a:pt x="77152" y="62712"/>
                  </a:lnTo>
                  <a:lnTo>
                    <a:pt x="69322" y="79659"/>
                  </a:lnTo>
                  <a:lnTo>
                    <a:pt x="45719" y="130479"/>
                  </a:lnTo>
                  <a:lnTo>
                    <a:pt x="58410" y="130479"/>
                  </a:lnTo>
                  <a:lnTo>
                    <a:pt x="79682" y="84701"/>
                  </a:lnTo>
                  <a:lnTo>
                    <a:pt x="87883" y="66763"/>
                  </a:lnTo>
                  <a:lnTo>
                    <a:pt x="90004" y="60921"/>
                  </a:lnTo>
                  <a:lnTo>
                    <a:pt x="91439" y="52577"/>
                  </a:lnTo>
                  <a:lnTo>
                    <a:pt x="91439" y="46139"/>
                  </a:lnTo>
                  <a:lnTo>
                    <a:pt x="87826" y="27828"/>
                  </a:lnTo>
                  <a:lnTo>
                    <a:pt x="78000" y="13201"/>
                  </a:lnTo>
                  <a:lnTo>
                    <a:pt x="75498" y="11531"/>
                  </a:lnTo>
                  <a:close/>
                </a:path>
                <a:path w="285750" h="288925">
                  <a:moveTo>
                    <a:pt x="45719" y="25946"/>
                  </a:moveTo>
                  <a:lnTo>
                    <a:pt x="37960" y="27540"/>
                  </a:lnTo>
                  <a:lnTo>
                    <a:pt x="31599" y="31880"/>
                  </a:lnTo>
                  <a:lnTo>
                    <a:pt x="27298" y="38301"/>
                  </a:lnTo>
                  <a:lnTo>
                    <a:pt x="25717" y="46139"/>
                  </a:lnTo>
                  <a:lnTo>
                    <a:pt x="27298" y="53969"/>
                  </a:lnTo>
                  <a:lnTo>
                    <a:pt x="31599" y="60386"/>
                  </a:lnTo>
                  <a:lnTo>
                    <a:pt x="37960" y="64725"/>
                  </a:lnTo>
                  <a:lnTo>
                    <a:pt x="45719" y="66319"/>
                  </a:lnTo>
                  <a:lnTo>
                    <a:pt x="53462" y="64725"/>
                  </a:lnTo>
                  <a:lnTo>
                    <a:pt x="59826" y="60386"/>
                  </a:lnTo>
                  <a:lnTo>
                    <a:pt x="63586" y="54787"/>
                  </a:lnTo>
                  <a:lnTo>
                    <a:pt x="40906" y="54787"/>
                  </a:lnTo>
                  <a:lnTo>
                    <a:pt x="37147" y="50990"/>
                  </a:lnTo>
                  <a:lnTo>
                    <a:pt x="37147" y="41275"/>
                  </a:lnTo>
                  <a:lnTo>
                    <a:pt x="40906" y="37490"/>
                  </a:lnTo>
                  <a:lnTo>
                    <a:pt x="63598" y="37490"/>
                  </a:lnTo>
                  <a:lnTo>
                    <a:pt x="59840" y="31880"/>
                  </a:lnTo>
                  <a:lnTo>
                    <a:pt x="53479" y="27540"/>
                  </a:lnTo>
                  <a:lnTo>
                    <a:pt x="45719" y="25946"/>
                  </a:lnTo>
                  <a:close/>
                </a:path>
                <a:path w="285750" h="288925">
                  <a:moveTo>
                    <a:pt x="63598" y="37490"/>
                  </a:moveTo>
                  <a:lnTo>
                    <a:pt x="50520" y="37490"/>
                  </a:lnTo>
                  <a:lnTo>
                    <a:pt x="54292" y="41275"/>
                  </a:lnTo>
                  <a:lnTo>
                    <a:pt x="54292" y="50990"/>
                  </a:lnTo>
                  <a:lnTo>
                    <a:pt x="50520" y="54787"/>
                  </a:lnTo>
                  <a:lnTo>
                    <a:pt x="63586" y="54787"/>
                  </a:lnTo>
                  <a:lnTo>
                    <a:pt x="64134" y="53969"/>
                  </a:lnTo>
                  <a:lnTo>
                    <a:pt x="65722" y="46139"/>
                  </a:lnTo>
                  <a:lnTo>
                    <a:pt x="64141" y="38301"/>
                  </a:lnTo>
                  <a:lnTo>
                    <a:pt x="63598" y="37490"/>
                  </a:lnTo>
                  <a:close/>
                </a:path>
              </a:pathLst>
            </a:custGeom>
            <a:solidFill>
              <a:srgbClr val="2A6A83"/>
            </a:solidFill>
          </p:spPr>
          <p:txBody>
            <a:bodyPr wrap="square" lIns="0" tIns="0" rIns="0" bIns="0" rtlCol="0"/>
            <a:lstStyle/>
            <a:p>
              <a:endParaRPr/>
            </a:p>
          </p:txBody>
        </p:sp>
      </p:grpSp>
      <p:sp>
        <p:nvSpPr>
          <p:cNvPr id="28" name="object 28"/>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9" name="object 29"/>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5624195" cy="299720"/>
          </a:xfrm>
          <a:prstGeom prst="rect">
            <a:avLst/>
          </a:prstGeom>
        </p:spPr>
        <p:txBody>
          <a:bodyPr vert="horz" wrap="square" lIns="0" tIns="12700" rIns="0" bIns="0" rtlCol="0">
            <a:spAutoFit/>
          </a:bodyPr>
          <a:lstStyle/>
          <a:p>
            <a:pPr marL="12700">
              <a:spcBef>
                <a:spcPts val="100"/>
              </a:spcBef>
            </a:pP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leading the team through change and transitions …</a:t>
            </a: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p:txBody>
      </p:sp>
      <p:sp>
        <p:nvSpPr>
          <p:cNvPr id="14" name="object 14"/>
          <p:cNvSpPr txBox="1"/>
          <p:nvPr/>
        </p:nvSpPr>
        <p:spPr>
          <a:xfrm>
            <a:off x="1130300" y="2232759"/>
            <a:ext cx="3336290" cy="4375557"/>
          </a:xfrm>
          <a:prstGeom prst="rect">
            <a:avLst/>
          </a:prstGeom>
        </p:spPr>
        <p:txBody>
          <a:bodyPr vert="horz" wrap="square" lIns="0" tIns="12700" rIns="0" bIns="0" rtlCol="0">
            <a:spAutoFit/>
          </a:bodyPr>
          <a:lstStyle/>
          <a:p>
            <a:pPr marL="240665" marR="389890" indent="-228600">
              <a:lnSpc>
                <a:spcPct val="100000"/>
              </a:lnSpc>
              <a:spcBef>
                <a:spcPts val="720"/>
              </a:spcBef>
              <a:buAutoNum type="arabicPeriod"/>
              <a:tabLst>
                <a:tab pos="240665" algn="l"/>
                <a:tab pos="242570" algn="l"/>
              </a:tabLst>
            </a:pPr>
            <a:r>
              <a:rPr sz="1100" dirty="0">
                <a:solidFill>
                  <a:srgbClr val="393630"/>
                </a:solidFill>
                <a:latin typeface="Tahoma"/>
                <a:cs typeface="Tahoma"/>
              </a:rPr>
              <a:t>	</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Over-communicate about the change and the implications throughout the transition</a:t>
            </a:r>
          </a:p>
          <a:p>
            <a:pPr marL="240665" marR="11430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incremental steps if needed (and possible) to allow people time to adjust to a new way of</a:t>
            </a:r>
          </a:p>
          <a:p>
            <a:pPr marL="2406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doing things</a:t>
            </a:r>
          </a:p>
          <a:p>
            <a:pPr marL="240665" marR="11811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Help those struggling with the change see that it is needed for Entegris to thrive going forward</a:t>
            </a:r>
          </a:p>
          <a:p>
            <a:pPr marL="240665" marR="22606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Identify opportunities for individuals on the team to be leaders of the change and grow from the experience</a:t>
            </a:r>
          </a:p>
          <a:p>
            <a:pPr marL="240665" marR="61404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Present the road map of where the team or organization is headed, with milestones along the way</a:t>
            </a:r>
          </a:p>
          <a:p>
            <a:pPr marL="240665" marR="6019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Communicate why things need to be done differently</a:t>
            </a:r>
          </a:p>
          <a:p>
            <a:pPr marL="240665" marR="30162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Figure out ways to motivate people to the vision presented by the transition or change</a:t>
            </a:r>
          </a:p>
          <a:p>
            <a:pPr marL="240665" marR="34925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Roll up their sleeves and work with the team to execute on the change</a:t>
            </a: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Seek out feedback on what is and what isn’t working from the team’s perspective</a:t>
            </a:r>
          </a:p>
        </p:txBody>
      </p:sp>
      <p:sp>
        <p:nvSpPr>
          <p:cNvPr id="15" name="object 15"/>
          <p:cNvSpPr txBox="1"/>
          <p:nvPr/>
        </p:nvSpPr>
        <p:spPr>
          <a:xfrm>
            <a:off x="1130300" y="6576730"/>
            <a:ext cx="3215005" cy="360680"/>
          </a:xfrm>
          <a:prstGeom prst="rect">
            <a:avLst/>
          </a:prstGeom>
        </p:spPr>
        <p:txBody>
          <a:bodyPr vert="horz" wrap="square" lIns="0" tIns="12700" rIns="0" bIns="0" rtlCol="0">
            <a:spAutoFit/>
          </a:bodyPr>
          <a:lstStyle/>
          <a:p>
            <a:pPr marL="240665" marR="5080" indent="-228600">
              <a:lnSpc>
                <a:spcPct val="100000"/>
              </a:lnSpc>
              <a:spcBef>
                <a:spcPts val="10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1</a:t>
            </a:r>
            <a:r>
              <a:rPr lang="en-US"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1</a:t>
            </a: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Ask for an external perspective on how the team is managing the change</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6" name="object 16"/>
          <p:cNvGrpSpPr/>
          <p:nvPr/>
        </p:nvGrpSpPr>
        <p:grpSpPr>
          <a:xfrm>
            <a:off x="1136650" y="1828800"/>
            <a:ext cx="3663950" cy="502284"/>
            <a:chOff x="1136650" y="1828800"/>
            <a:chExt cx="3663950" cy="502284"/>
          </a:xfrm>
        </p:grpSpPr>
        <p:sp>
          <p:nvSpPr>
            <p:cNvPr id="17" name="object 17"/>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8" name="object 18"/>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9" name="object 19"/>
          <p:cNvSpPr txBox="1"/>
          <p:nvPr/>
        </p:nvSpPr>
        <p:spPr>
          <a:xfrm>
            <a:off x="5850890" y="1912718"/>
            <a:ext cx="201168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p:txBody>
      </p:sp>
      <p:sp>
        <p:nvSpPr>
          <p:cNvPr id="20" name="object 20"/>
          <p:cNvSpPr txBox="1"/>
          <p:nvPr/>
        </p:nvSpPr>
        <p:spPr>
          <a:xfrm>
            <a:off x="5850890" y="2289909"/>
            <a:ext cx="3330575" cy="2921635"/>
          </a:xfrm>
          <a:prstGeom prst="rect">
            <a:avLst/>
          </a:prstGeom>
        </p:spPr>
        <p:txBody>
          <a:bodyPr vert="horz" wrap="square" lIns="0" tIns="12700" rIns="0" bIns="0" rtlCol="0">
            <a:spAutoFit/>
          </a:bodyPr>
          <a:lstStyle/>
          <a:p>
            <a:pPr marL="240665" marR="50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Know where they want to go, but lack a vision of how to get there</a:t>
            </a:r>
          </a:p>
          <a:p>
            <a:pPr marL="24066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Neglect to spend time in the planning stage</a:t>
            </a:r>
          </a:p>
          <a:p>
            <a:pPr marL="240665" marR="39433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Neglect to regularly communicate to all levels of the team</a:t>
            </a:r>
          </a:p>
          <a:p>
            <a:pPr marL="240665" marR="26098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Have a plan but are too inflexible about allowing adjustments to it</a:t>
            </a:r>
          </a:p>
          <a:p>
            <a:pPr marL="240665" marR="64769"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Forget to examine the team to make sure they have the right mix of team members for going through the change</a:t>
            </a:r>
          </a:p>
          <a:p>
            <a:pPr marL="240665" marR="54800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Put too much effort into gaining everyone’s consensus around the change</a:t>
            </a:r>
          </a:p>
          <a:p>
            <a:pPr marL="240665" marR="14605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Allow team members to remain on the team when they aren’t interested in adapting</a:t>
            </a:r>
          </a:p>
        </p:txBody>
      </p:sp>
      <p:grpSp>
        <p:nvGrpSpPr>
          <p:cNvPr id="21" name="object 21"/>
          <p:cNvGrpSpPr/>
          <p:nvPr/>
        </p:nvGrpSpPr>
        <p:grpSpPr>
          <a:xfrm>
            <a:off x="5349240" y="1828800"/>
            <a:ext cx="3663950" cy="502284"/>
            <a:chOff x="5349240" y="1828800"/>
            <a:chExt cx="3663950" cy="502284"/>
          </a:xfrm>
        </p:grpSpPr>
        <p:sp>
          <p:nvSpPr>
            <p:cNvPr id="22" name="object 22"/>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3" name="object 23"/>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pic>
        <p:nvPicPr>
          <p:cNvPr id="24" name="object 24"/>
          <p:cNvPicPr/>
          <p:nvPr/>
        </p:nvPicPr>
        <p:blipFill>
          <a:blip r:embed="rId4" cstate="print"/>
          <a:stretch>
            <a:fillRect/>
          </a:stretch>
        </p:blipFill>
        <p:spPr>
          <a:xfrm>
            <a:off x="1111251" y="1121417"/>
            <a:ext cx="685800" cy="593458"/>
          </a:xfrm>
          <a:prstGeom prst="rect">
            <a:avLst/>
          </a:prstGeom>
        </p:spPr>
      </p:pic>
      <p:sp>
        <p:nvSpPr>
          <p:cNvPr id="25" name="object 25"/>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6" name="object 26"/>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4707890" cy="299720"/>
          </a:xfrm>
          <a:prstGeom prst="rect">
            <a:avLst/>
          </a:prstGeom>
        </p:spPr>
        <p:txBody>
          <a:bodyPr vert="horz" wrap="square" lIns="0" tIns="12700" rIns="0" bIns="0" rtlCol="0">
            <a:spAutoFit/>
          </a:bodyPr>
          <a:lstStyle/>
          <a:p>
            <a:pPr marL="12700">
              <a:lnSpc>
                <a:spcPct val="100000"/>
              </a:lnSpc>
              <a:spcBef>
                <a:spcPts val="100"/>
              </a:spcBef>
            </a:pP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making a commitment to a stakeholder …</a:t>
            </a: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p:txBody>
      </p:sp>
      <p:sp>
        <p:nvSpPr>
          <p:cNvPr id="14" name="object 14"/>
          <p:cNvSpPr txBox="1"/>
          <p:nvPr/>
        </p:nvSpPr>
        <p:spPr>
          <a:xfrm>
            <a:off x="1130300" y="2232759"/>
            <a:ext cx="3258185" cy="4110354"/>
          </a:xfrm>
          <a:prstGeom prst="rect">
            <a:avLst/>
          </a:prstGeom>
        </p:spPr>
        <p:txBody>
          <a:bodyPr vert="horz" wrap="square" lIns="0" tIns="12700" rIns="0" bIns="0" rtlCol="0">
            <a:spAutoFit/>
          </a:bodyPr>
          <a:lstStyle/>
          <a:p>
            <a:pPr marL="240665" marR="31305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a step back to look at how broader organization and other groups will be affected</a:t>
            </a:r>
          </a:p>
          <a:p>
            <a:pPr marL="240665" marR="196850" indent="-228600" algn="just">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Prompt the team to look up and around at what others are doing to better understand the whole Entegris brand and offerings</a:t>
            </a:r>
          </a:p>
          <a:p>
            <a:pPr marL="240665" marR="35115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Identify potential financial implications of the commitment</a:t>
            </a:r>
          </a:p>
          <a:p>
            <a:pPr marL="240665" marR="58864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Ask matrixed partners how their work will be impacted</a:t>
            </a:r>
          </a:p>
          <a:p>
            <a:pPr marL="240665" marR="111760" indent="-228600" algn="just">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Seek out solutions that have been developed and executed in other parts of the organization</a:t>
            </a:r>
          </a:p>
          <a:p>
            <a:pPr marL="240665" marR="20955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Conduct a prioritization meeting to make sure priorities are aligned across groups or functions</a:t>
            </a:r>
          </a:p>
          <a:p>
            <a:pPr marL="240665" marR="29781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Determine what shared goals exist and how to develop goals together moving forward</a:t>
            </a:r>
          </a:p>
          <a:p>
            <a:pPr marL="240665" marR="50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Communicate widely and regularly to ensure that others understand how the decision was made and the implications involved</a:t>
            </a:r>
          </a:p>
          <a:p>
            <a:pPr marL="240665" marR="36385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Instill processes that allow individuals to gain knowledge about Entegris-wide work</a:t>
            </a:r>
          </a:p>
        </p:txBody>
      </p:sp>
      <p:grpSp>
        <p:nvGrpSpPr>
          <p:cNvPr id="15" name="object 15"/>
          <p:cNvGrpSpPr/>
          <p:nvPr/>
        </p:nvGrpSpPr>
        <p:grpSpPr>
          <a:xfrm>
            <a:off x="1136650" y="1828800"/>
            <a:ext cx="3663950" cy="502284"/>
            <a:chOff x="1136650" y="1828800"/>
            <a:chExt cx="3663950" cy="502284"/>
          </a:xfrm>
        </p:grpSpPr>
        <p:sp>
          <p:nvSpPr>
            <p:cNvPr id="16" name="object 16"/>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7" name="object 17"/>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8" name="object 18"/>
          <p:cNvSpPr txBox="1"/>
          <p:nvPr/>
        </p:nvSpPr>
        <p:spPr>
          <a:xfrm>
            <a:off x="5850890" y="1912718"/>
            <a:ext cx="2011680" cy="228268"/>
          </a:xfrm>
          <a:prstGeom prst="rect">
            <a:avLst/>
          </a:prstGeom>
        </p:spPr>
        <p:txBody>
          <a:bodyPr vert="horz" wrap="square" lIns="0" tIns="12700" rIns="0" bIns="0" rtlCol="0">
            <a:spAutoFit/>
          </a:bodyPr>
          <a:lstStyle/>
          <a:p>
            <a:pPr marL="12700">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p:txBody>
      </p:sp>
      <p:sp>
        <p:nvSpPr>
          <p:cNvPr id="19" name="object 19"/>
          <p:cNvSpPr txBox="1"/>
          <p:nvPr/>
        </p:nvSpPr>
        <p:spPr>
          <a:xfrm>
            <a:off x="5850890" y="2289909"/>
            <a:ext cx="3314700" cy="2235835"/>
          </a:xfrm>
          <a:prstGeom prst="rect">
            <a:avLst/>
          </a:prstGeom>
        </p:spPr>
        <p:txBody>
          <a:bodyPr vert="horz" wrap="square" lIns="0" tIns="12700" rIns="0" bIns="0" rtlCol="0">
            <a:spAutoFit/>
          </a:bodyPr>
          <a:lstStyle/>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Get so wrapped up in the fast pace of work that they get ahead of where others are at</a:t>
            </a:r>
          </a:p>
          <a:p>
            <a:pPr marL="240665" marR="17843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Feel there isn’t enough time to allow their teams to get exposure and connect with other functions and divisions</a:t>
            </a:r>
          </a:p>
          <a:p>
            <a:pPr marL="240665" marR="2717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Focus on the immediate team, not on the entire organization</a:t>
            </a:r>
          </a:p>
          <a:p>
            <a:pPr marL="240665" marR="21399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Think about the short-term implications over the long-term outcomes</a:t>
            </a:r>
          </a:p>
          <a:p>
            <a:pPr marL="240665" marR="4953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Allow their focus on deliverables to keep them from thinking through the implications along the way</a:t>
            </a:r>
          </a:p>
        </p:txBody>
      </p:sp>
      <p:grpSp>
        <p:nvGrpSpPr>
          <p:cNvPr id="20" name="object 20"/>
          <p:cNvGrpSpPr/>
          <p:nvPr/>
        </p:nvGrpSpPr>
        <p:grpSpPr>
          <a:xfrm>
            <a:off x="5349240" y="1828800"/>
            <a:ext cx="3663950" cy="502284"/>
            <a:chOff x="5349240" y="1828800"/>
            <a:chExt cx="3663950" cy="502284"/>
          </a:xfrm>
        </p:grpSpPr>
        <p:sp>
          <p:nvSpPr>
            <p:cNvPr id="21" name="object 21"/>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2" name="object 22"/>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3" name="object 23"/>
          <p:cNvGrpSpPr/>
          <p:nvPr/>
        </p:nvGrpSpPr>
        <p:grpSpPr>
          <a:xfrm>
            <a:off x="1111251" y="1121417"/>
            <a:ext cx="685800" cy="593725"/>
            <a:chOff x="1111251" y="1121417"/>
            <a:chExt cx="685800" cy="593725"/>
          </a:xfrm>
        </p:grpSpPr>
        <p:sp>
          <p:nvSpPr>
            <p:cNvPr id="24" name="object 24"/>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5" name="object 25"/>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pic>
          <p:nvPicPr>
            <p:cNvPr id="26" name="object 26"/>
            <p:cNvPicPr/>
            <p:nvPr/>
          </p:nvPicPr>
          <p:blipFill>
            <a:blip r:embed="rId4" cstate="print"/>
            <a:stretch>
              <a:fillRect/>
            </a:stretch>
          </p:blipFill>
          <p:spPr>
            <a:xfrm>
              <a:off x="1311366" y="1269329"/>
              <a:ext cx="285566" cy="297635"/>
            </a:xfrm>
            <a:prstGeom prst="rect">
              <a:avLst/>
            </a:prstGeom>
          </p:spPr>
        </p:pic>
      </p:grpSp>
      <p:sp>
        <p:nvSpPr>
          <p:cNvPr id="27" name="object 27"/>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8" name="object 28"/>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5206365" cy="299720"/>
          </a:xfrm>
          <a:prstGeom prst="rect">
            <a:avLst/>
          </a:prstGeom>
        </p:spPr>
        <p:txBody>
          <a:bodyPr vert="horz" wrap="square" lIns="0" tIns="12700" rIns="0" bIns="0" rtlCol="0">
            <a:spAutoFit/>
          </a:bodyPr>
          <a:lstStyle/>
          <a:p>
            <a:pPr marL="12700">
              <a:spcBef>
                <a:spcPts val="100"/>
              </a:spcBef>
            </a:pP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addressing a significant customer complaint …</a:t>
            </a: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p:txBody>
      </p:sp>
      <p:sp>
        <p:nvSpPr>
          <p:cNvPr id="14" name="object 14"/>
          <p:cNvSpPr txBox="1"/>
          <p:nvPr/>
        </p:nvSpPr>
        <p:spPr>
          <a:xfrm>
            <a:off x="1130300" y="2232759"/>
            <a:ext cx="3336925" cy="4110354"/>
          </a:xfrm>
          <a:prstGeom prst="rect">
            <a:avLst/>
          </a:prstGeom>
        </p:spPr>
        <p:txBody>
          <a:bodyPr vert="horz" wrap="square" lIns="0" tIns="12700" rIns="0" bIns="0" rtlCol="0">
            <a:spAutoFit/>
          </a:bodyPr>
          <a:lstStyle/>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Think about the long-term impacts and focus on protecting the Entegris brand</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Ask probing questions to ensure that the issue is clearly defined</a:t>
            </a:r>
          </a:p>
          <a:p>
            <a:pPr marL="240665" marR="51879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Show empathy with the customer about the implications of the problem</a:t>
            </a:r>
          </a:p>
          <a:p>
            <a:pPr marL="240665" marR="8826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Own the problem and maintain a sense of urgency, integrity, and transparency</a:t>
            </a:r>
          </a:p>
          <a:p>
            <a:pPr marL="240665" marR="27749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Use facts and data to prevent the situation from becoming overly emotional</a:t>
            </a:r>
          </a:p>
          <a:p>
            <a:pPr marL="240665" marR="508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Clearly identify who will fill which roles in responding to the situation and what expectations are involved for them in their response</a:t>
            </a:r>
          </a:p>
          <a:p>
            <a:pPr marL="240665" marR="14351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Offer the customer multiple options for remedying the situation when possible</a:t>
            </a:r>
          </a:p>
          <a:p>
            <a:pPr marL="240665" marR="271145"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Communicate with the team to ensure they also understand the impact and potential solutions</a:t>
            </a:r>
          </a:p>
          <a:p>
            <a:pPr marL="240665" marR="32384"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Conduct a root cause analysis to determine the cause of the issue so that a sustainable solution can be developed</a:t>
            </a:r>
          </a:p>
        </p:txBody>
      </p:sp>
      <p:sp>
        <p:nvSpPr>
          <p:cNvPr id="15" name="object 15"/>
          <p:cNvSpPr txBox="1"/>
          <p:nvPr/>
        </p:nvSpPr>
        <p:spPr>
          <a:xfrm>
            <a:off x="1130300" y="6409090"/>
            <a:ext cx="3266440" cy="360680"/>
          </a:xfrm>
          <a:prstGeom prst="rect">
            <a:avLst/>
          </a:prstGeom>
        </p:spPr>
        <p:txBody>
          <a:bodyPr vert="horz" wrap="square" lIns="0" tIns="12700" rIns="0" bIns="0" rtlCol="0">
            <a:spAutoFit/>
          </a:bodyPr>
          <a:lstStyle/>
          <a:p>
            <a:pPr marL="240665" marR="5080" indent="-228600">
              <a:lnSpc>
                <a:spcPct val="100000"/>
              </a:lnSpc>
              <a:spcBef>
                <a:spcPts val="100"/>
              </a:spcBef>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10. Go beyond a simple corrective solution to find ways to improve even further</a:t>
            </a:r>
            <a:endParaRPr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6" name="object 16"/>
          <p:cNvGrpSpPr/>
          <p:nvPr/>
        </p:nvGrpSpPr>
        <p:grpSpPr>
          <a:xfrm>
            <a:off x="1136650" y="1828800"/>
            <a:ext cx="3663950" cy="502284"/>
            <a:chOff x="1136650" y="1828800"/>
            <a:chExt cx="3663950" cy="502284"/>
          </a:xfrm>
        </p:grpSpPr>
        <p:sp>
          <p:nvSpPr>
            <p:cNvPr id="17" name="object 17"/>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8" name="object 18"/>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9" name="object 19"/>
          <p:cNvSpPr txBox="1"/>
          <p:nvPr/>
        </p:nvSpPr>
        <p:spPr>
          <a:xfrm>
            <a:off x="5850890" y="1912718"/>
            <a:ext cx="2011680"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p:txBody>
      </p:sp>
      <p:sp>
        <p:nvSpPr>
          <p:cNvPr id="20" name="object 20"/>
          <p:cNvSpPr txBox="1"/>
          <p:nvPr/>
        </p:nvSpPr>
        <p:spPr>
          <a:xfrm>
            <a:off x="5850890" y="2289909"/>
            <a:ext cx="3308350" cy="2494915"/>
          </a:xfrm>
          <a:prstGeom prst="rect">
            <a:avLst/>
          </a:prstGeom>
        </p:spPr>
        <p:txBody>
          <a:bodyPr vert="horz" wrap="square" lIns="0" tIns="12700" rIns="0" bIns="0" rtlCol="0">
            <a:spAutoFit/>
          </a:bodyPr>
          <a:lstStyle/>
          <a:p>
            <a:pPr marL="240665" marR="508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Apologize for the problem without moving quickly to a solution-focused approach</a:t>
            </a:r>
          </a:p>
          <a:p>
            <a:pPr marL="240665" marR="18796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Get so wrapped up in fixing it and moving on that they neglect to learn from the situation</a:t>
            </a:r>
          </a:p>
          <a:p>
            <a:pPr marL="240665" marR="4762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Put all of their focus on customers who complain to the point of neglecting other customers</a:t>
            </a:r>
          </a:p>
          <a:p>
            <a:pPr marL="240665" marR="10223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React in a way that doesn’t match the seriousness of the problem</a:t>
            </a:r>
          </a:p>
          <a:p>
            <a:pPr marL="240665" marR="6350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Assume they know what the customer prioritizes in a solution</a:t>
            </a:r>
          </a:p>
          <a:p>
            <a:pPr marL="240665" marR="367665"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Wait until they have a ‘perfect’ solution before getting back to the customer</a:t>
            </a:r>
          </a:p>
        </p:txBody>
      </p:sp>
      <p:grpSp>
        <p:nvGrpSpPr>
          <p:cNvPr id="21" name="object 21"/>
          <p:cNvGrpSpPr/>
          <p:nvPr/>
        </p:nvGrpSpPr>
        <p:grpSpPr>
          <a:xfrm>
            <a:off x="5349240" y="1828800"/>
            <a:ext cx="3663950" cy="502284"/>
            <a:chOff x="5349240" y="1828800"/>
            <a:chExt cx="3663950" cy="502284"/>
          </a:xfrm>
        </p:grpSpPr>
        <p:sp>
          <p:nvSpPr>
            <p:cNvPr id="22" name="object 22"/>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3" name="object 23"/>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4" name="object 24"/>
          <p:cNvGrpSpPr/>
          <p:nvPr/>
        </p:nvGrpSpPr>
        <p:grpSpPr>
          <a:xfrm>
            <a:off x="1111251" y="1121417"/>
            <a:ext cx="685800" cy="593725"/>
            <a:chOff x="1111251" y="1121417"/>
            <a:chExt cx="685800" cy="593725"/>
          </a:xfrm>
        </p:grpSpPr>
        <p:sp>
          <p:nvSpPr>
            <p:cNvPr id="25" name="object 25"/>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6" name="object 26"/>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pic>
          <p:nvPicPr>
            <p:cNvPr id="27" name="object 27"/>
            <p:cNvPicPr/>
            <p:nvPr/>
          </p:nvPicPr>
          <p:blipFill>
            <a:blip r:embed="rId4" cstate="print"/>
            <a:stretch>
              <a:fillRect/>
            </a:stretch>
          </p:blipFill>
          <p:spPr>
            <a:xfrm>
              <a:off x="1348186" y="1314453"/>
              <a:ext cx="211924" cy="228600"/>
            </a:xfrm>
            <a:prstGeom prst="rect">
              <a:avLst/>
            </a:prstGeom>
          </p:spPr>
        </p:pic>
      </p:grpSp>
      <p:sp>
        <p:nvSpPr>
          <p:cNvPr id="28" name="object 28"/>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9" name="object 29"/>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lnSpc>
                <a:spcPct val="100000"/>
              </a:lnSpc>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p:nvPr/>
        </p:nvSpPr>
        <p:spPr>
          <a:xfrm>
            <a:off x="1930400" y="1304195"/>
            <a:ext cx="5685155" cy="299720"/>
          </a:xfrm>
          <a:prstGeom prst="rect">
            <a:avLst/>
          </a:prstGeom>
        </p:spPr>
        <p:txBody>
          <a:bodyPr vert="horz" wrap="square" lIns="0" tIns="12700" rIns="0" bIns="0" rtlCol="0">
            <a:spAutoFit/>
          </a:bodyPr>
          <a:lstStyle/>
          <a:p>
            <a:pPr marL="12700">
              <a:lnSpc>
                <a:spcPct val="100000"/>
              </a:lnSpc>
              <a:spcBef>
                <a:spcPts val="100"/>
              </a:spcBef>
            </a:pPr>
            <a:r>
              <a:rPr spc="-55"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When making decisions under conditions of uncertainty …</a:t>
            </a:r>
          </a:p>
        </p:txBody>
      </p:sp>
      <p:sp>
        <p:nvSpPr>
          <p:cNvPr id="13" name="object 13"/>
          <p:cNvSpPr txBox="1"/>
          <p:nvPr/>
        </p:nvSpPr>
        <p:spPr>
          <a:xfrm>
            <a:off x="1130300" y="1912718"/>
            <a:ext cx="1367790" cy="228268"/>
          </a:xfrm>
          <a:prstGeom prst="rect">
            <a:avLst/>
          </a:prstGeom>
        </p:spPr>
        <p:txBody>
          <a:bodyPr vert="horz" wrap="square" lIns="0" tIns="12700" rIns="0" bIns="0" rtlCol="0">
            <a:spAutoFit/>
          </a:bodyPr>
          <a:lstStyle/>
          <a:p>
            <a:pPr marL="12700">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p:txBody>
      </p:sp>
      <p:sp>
        <p:nvSpPr>
          <p:cNvPr id="14" name="object 14"/>
          <p:cNvSpPr txBox="1"/>
          <p:nvPr/>
        </p:nvSpPr>
        <p:spPr>
          <a:xfrm>
            <a:off x="1130300" y="2232759"/>
            <a:ext cx="3335020" cy="3688189"/>
          </a:xfrm>
          <a:prstGeom prst="rect">
            <a:avLst/>
          </a:prstGeom>
        </p:spPr>
        <p:txBody>
          <a:bodyPr vert="horz" wrap="square" lIns="0" tIns="12700" rIns="0" bIns="0" rtlCol="0">
            <a:spAutoFit/>
          </a:bodyPr>
          <a:lstStyle/>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Take time to reflect on and mitigate personal biases when making decisions</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Create a risk profile based on an assessment of what is known and what isn’t known</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Develop meaningful conclusions from available data</a:t>
            </a:r>
          </a:p>
          <a:p>
            <a:pPr marL="240665" marR="237490" indent="-228600" algn="just">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Bring in an extended team to make sure people with the right expertise are part of the decision-making process</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Determine the boundary conditions for changing course if the decision isn’t producing the desired results</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Look at both the concrete and intangible value to the proposition</a:t>
            </a:r>
          </a:p>
          <a:p>
            <a:pPr marL="240665" marR="237490" indent="-228600" algn="l">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Consider the human element, how people will be impacted, and how to lessen negative impacts</a:t>
            </a:r>
          </a:p>
          <a:p>
            <a:pPr marL="240665" marR="237490" indent="-228600" algn="just">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Accept that sometimes long-term gains require short-term losses</a:t>
            </a:r>
          </a:p>
        </p:txBody>
      </p:sp>
      <p:grpSp>
        <p:nvGrpSpPr>
          <p:cNvPr id="15" name="object 15"/>
          <p:cNvGrpSpPr/>
          <p:nvPr/>
        </p:nvGrpSpPr>
        <p:grpSpPr>
          <a:xfrm>
            <a:off x="1136650" y="1828800"/>
            <a:ext cx="3663950" cy="502284"/>
            <a:chOff x="1136650" y="1828800"/>
            <a:chExt cx="3663950" cy="502284"/>
          </a:xfrm>
        </p:grpSpPr>
        <p:sp>
          <p:nvSpPr>
            <p:cNvPr id="16" name="object 16"/>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7" name="object 17"/>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8" name="object 18"/>
          <p:cNvSpPr txBox="1"/>
          <p:nvPr/>
        </p:nvSpPr>
        <p:spPr>
          <a:xfrm>
            <a:off x="5850890" y="1912718"/>
            <a:ext cx="2011680" cy="228268"/>
          </a:xfrm>
          <a:prstGeom prst="rect">
            <a:avLst/>
          </a:prstGeom>
        </p:spPr>
        <p:txBody>
          <a:bodyPr vert="horz" wrap="square" lIns="0" tIns="12700" rIns="0" bIns="0" rtlCol="0">
            <a:spAutoFit/>
          </a:bodyPr>
          <a:lstStyle/>
          <a:p>
            <a:pPr marL="12700">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p:txBody>
      </p:sp>
      <p:sp>
        <p:nvSpPr>
          <p:cNvPr id="19" name="object 19"/>
          <p:cNvSpPr txBox="1"/>
          <p:nvPr/>
        </p:nvSpPr>
        <p:spPr>
          <a:xfrm>
            <a:off x="5850890" y="2289909"/>
            <a:ext cx="3191510" cy="2327275"/>
          </a:xfrm>
          <a:prstGeom prst="rect">
            <a:avLst/>
          </a:prstGeom>
        </p:spPr>
        <p:txBody>
          <a:bodyPr vert="horz" wrap="square" lIns="0" tIns="12700" rIns="0" bIns="0" rtlCol="0">
            <a:spAutoFit/>
          </a:bodyPr>
          <a:lstStyle/>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Feel comfortable only taking small, safer bets with minimal risk</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Focus on the budgeting as a way of saying no to risky decisions</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Get caught up in responding to push-back that isn’t relevant</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Wait too long before making a decision</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Hold on to decisions that need to be revised or reversed</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Rely only on personal experiences instead of empirical data when making decisions</a:t>
            </a:r>
          </a:p>
        </p:txBody>
      </p:sp>
      <p:grpSp>
        <p:nvGrpSpPr>
          <p:cNvPr id="20" name="object 20"/>
          <p:cNvGrpSpPr/>
          <p:nvPr/>
        </p:nvGrpSpPr>
        <p:grpSpPr>
          <a:xfrm>
            <a:off x="5349240" y="1828800"/>
            <a:ext cx="3663950" cy="502284"/>
            <a:chOff x="5349240" y="1828800"/>
            <a:chExt cx="3663950" cy="502284"/>
          </a:xfrm>
        </p:grpSpPr>
        <p:sp>
          <p:nvSpPr>
            <p:cNvPr id="21" name="object 21"/>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22" name="object 22"/>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grpSp>
        <p:nvGrpSpPr>
          <p:cNvPr id="23" name="object 23"/>
          <p:cNvGrpSpPr/>
          <p:nvPr/>
        </p:nvGrpSpPr>
        <p:grpSpPr>
          <a:xfrm>
            <a:off x="1111251" y="1121417"/>
            <a:ext cx="685800" cy="593725"/>
            <a:chOff x="1111251" y="1121417"/>
            <a:chExt cx="685800" cy="593725"/>
          </a:xfrm>
        </p:grpSpPr>
        <p:sp>
          <p:nvSpPr>
            <p:cNvPr id="24" name="object 24"/>
            <p:cNvSpPr/>
            <p:nvPr/>
          </p:nvSpPr>
          <p:spPr>
            <a:xfrm>
              <a:off x="1114426" y="1124592"/>
              <a:ext cx="679450" cy="587375"/>
            </a:xfrm>
            <a:custGeom>
              <a:avLst/>
              <a:gdLst/>
              <a:ahLst/>
              <a:cxnLst/>
              <a:rect l="l" t="t" r="r" b="b"/>
              <a:pathLst>
                <a:path w="679450" h="587375">
                  <a:moveTo>
                    <a:pt x="37414" y="314050"/>
                  </a:moveTo>
                  <a:lnTo>
                    <a:pt x="31533" y="314050"/>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520335" y="567410"/>
                  </a:lnTo>
                  <a:lnTo>
                    <a:pt x="520852" y="564883"/>
                  </a:lnTo>
                  <a:lnTo>
                    <a:pt x="520852" y="562381"/>
                  </a:lnTo>
                  <a:lnTo>
                    <a:pt x="203365" y="562381"/>
                  </a:lnTo>
                  <a:lnTo>
                    <a:pt x="200977" y="554622"/>
                  </a:lnTo>
                  <a:lnTo>
                    <a:pt x="196097" y="548362"/>
                  </a:lnTo>
                  <a:lnTo>
                    <a:pt x="189828" y="544512"/>
                  </a:lnTo>
                  <a:lnTo>
                    <a:pt x="172148" y="544512"/>
                  </a:lnTo>
                  <a:lnTo>
                    <a:pt x="37414" y="314050"/>
                  </a:lnTo>
                  <a:close/>
                </a:path>
                <a:path w="679450" h="587375">
                  <a:moveTo>
                    <a:pt x="520335" y="567410"/>
                  </a:moveTo>
                  <a:lnTo>
                    <a:pt x="476084" y="567410"/>
                  </a:lnTo>
                  <a:lnTo>
                    <a:pt x="478479" y="575160"/>
                  </a:lnTo>
                  <a:lnTo>
                    <a:pt x="483362" y="581412"/>
                  </a:lnTo>
                  <a:lnTo>
                    <a:pt x="490168" y="585587"/>
                  </a:lnTo>
                  <a:lnTo>
                    <a:pt x="498335" y="587108"/>
                  </a:lnTo>
                  <a:lnTo>
                    <a:pt x="507098" y="585362"/>
                  </a:lnTo>
                  <a:lnTo>
                    <a:pt x="514256" y="580601"/>
                  </a:lnTo>
                  <a:lnTo>
                    <a:pt x="519082" y="573536"/>
                  </a:lnTo>
                  <a:lnTo>
                    <a:pt x="520335" y="567410"/>
                  </a:lnTo>
                  <a:close/>
                </a:path>
                <a:path w="679450" h="587375">
                  <a:moveTo>
                    <a:pt x="501522" y="542658"/>
                  </a:moveTo>
                  <a:lnTo>
                    <a:pt x="498335" y="542658"/>
                  </a:lnTo>
                  <a:lnTo>
                    <a:pt x="490163" y="544180"/>
                  </a:lnTo>
                  <a:lnTo>
                    <a:pt x="483357" y="548362"/>
                  </a:lnTo>
                  <a:lnTo>
                    <a:pt x="478477" y="554622"/>
                  </a:lnTo>
                  <a:lnTo>
                    <a:pt x="476084" y="562381"/>
                  </a:lnTo>
                  <a:lnTo>
                    <a:pt x="520852" y="562381"/>
                  </a:lnTo>
                  <a:lnTo>
                    <a:pt x="520852" y="557568"/>
                  </a:lnTo>
                  <a:lnTo>
                    <a:pt x="517220" y="551129"/>
                  </a:lnTo>
                  <a:lnTo>
                    <a:pt x="511713" y="547090"/>
                  </a:lnTo>
                  <a:lnTo>
                    <a:pt x="513195" y="544512"/>
                  </a:lnTo>
                  <a:lnTo>
                    <a:pt x="507301" y="544512"/>
                  </a:lnTo>
                  <a:lnTo>
                    <a:pt x="504558" y="543331"/>
                  </a:lnTo>
                  <a:lnTo>
                    <a:pt x="501522" y="542658"/>
                  </a:lnTo>
                  <a:close/>
                </a:path>
                <a:path w="679450" h="587375">
                  <a:moveTo>
                    <a:pt x="181114" y="542658"/>
                  </a:moveTo>
                  <a:lnTo>
                    <a:pt x="177926" y="542658"/>
                  </a:lnTo>
                  <a:lnTo>
                    <a:pt x="174891" y="543331"/>
                  </a:lnTo>
                  <a:lnTo>
                    <a:pt x="172148" y="544512"/>
                  </a:lnTo>
                  <a:lnTo>
                    <a:pt x="189828" y="544512"/>
                  </a:lnTo>
                  <a:lnTo>
                    <a:pt x="189288" y="544180"/>
                  </a:lnTo>
                  <a:lnTo>
                    <a:pt x="181114" y="542658"/>
                  </a:lnTo>
                  <a:close/>
                </a:path>
                <a:path w="679450" h="587375">
                  <a:moveTo>
                    <a:pt x="513182" y="42608"/>
                  </a:moveTo>
                  <a:lnTo>
                    <a:pt x="507288" y="42608"/>
                  </a:lnTo>
                  <a:lnTo>
                    <a:pt x="643597" y="275755"/>
                  </a:lnTo>
                  <a:lnTo>
                    <a:pt x="638060" y="279819"/>
                  </a:lnTo>
                  <a:lnTo>
                    <a:pt x="634441" y="286245"/>
                  </a:lnTo>
                  <a:lnTo>
                    <a:pt x="634441" y="300888"/>
                  </a:lnTo>
                  <a:lnTo>
                    <a:pt x="638060" y="307327"/>
                  </a:lnTo>
                  <a:lnTo>
                    <a:pt x="643597" y="311378"/>
                  </a:lnTo>
                  <a:lnTo>
                    <a:pt x="507301" y="544512"/>
                  </a:lnTo>
                  <a:lnTo>
                    <a:pt x="513195" y="544512"/>
                  </a:lnTo>
                  <a:lnTo>
                    <a:pt x="647909" y="314050"/>
                  </a:lnTo>
                  <a:lnTo>
                    <a:pt x="665701" y="314050"/>
                  </a:lnTo>
                  <a:lnTo>
                    <a:pt x="672855" y="309286"/>
                  </a:lnTo>
                  <a:lnTo>
                    <a:pt x="677680" y="302221"/>
                  </a:lnTo>
                  <a:lnTo>
                    <a:pt x="679449" y="293573"/>
                  </a:lnTo>
                  <a:lnTo>
                    <a:pt x="677680" y="284917"/>
                  </a:lnTo>
                  <a:lnTo>
                    <a:pt x="672855" y="277849"/>
                  </a:lnTo>
                  <a:lnTo>
                    <a:pt x="665861" y="273189"/>
                  </a:lnTo>
                  <a:lnTo>
                    <a:pt x="647979" y="273189"/>
                  </a:lnTo>
                  <a:lnTo>
                    <a:pt x="513182" y="42608"/>
                  </a:lnTo>
                  <a:close/>
                </a:path>
                <a:path w="679450" h="587375">
                  <a:moveTo>
                    <a:pt x="181114" y="0"/>
                  </a:moveTo>
                  <a:lnTo>
                    <a:pt x="172358" y="1747"/>
                  </a:lnTo>
                  <a:lnTo>
                    <a:pt x="165204" y="6511"/>
                  </a:lnTo>
                  <a:lnTo>
                    <a:pt x="160379" y="13576"/>
                  </a:lnTo>
                  <a:lnTo>
                    <a:pt x="158610" y="22225"/>
                  </a:lnTo>
                  <a:lnTo>
                    <a:pt x="158617" y="29552"/>
                  </a:lnTo>
                  <a:lnTo>
                    <a:pt x="162259" y="35991"/>
                  </a:lnTo>
                  <a:lnTo>
                    <a:pt x="167766" y="40043"/>
                  </a:lnTo>
                  <a:lnTo>
                    <a:pt x="31470" y="273189"/>
                  </a:lnTo>
                  <a:lnTo>
                    <a:pt x="13588" y="273189"/>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221" y="314050"/>
                  </a:lnTo>
                  <a:lnTo>
                    <a:pt x="37414" y="314050"/>
                  </a:lnTo>
                  <a:lnTo>
                    <a:pt x="35852" y="311378"/>
                  </a:lnTo>
                  <a:lnTo>
                    <a:pt x="41376" y="307327"/>
                  </a:lnTo>
                  <a:lnTo>
                    <a:pt x="45008" y="300888"/>
                  </a:lnTo>
                  <a:lnTo>
                    <a:pt x="45008" y="286245"/>
                  </a:lnTo>
                  <a:lnTo>
                    <a:pt x="41396" y="279819"/>
                  </a:lnTo>
                  <a:lnTo>
                    <a:pt x="35852" y="275755"/>
                  </a:lnTo>
                  <a:lnTo>
                    <a:pt x="172161" y="42608"/>
                  </a:lnTo>
                  <a:lnTo>
                    <a:pt x="189810" y="42608"/>
                  </a:lnTo>
                  <a:lnTo>
                    <a:pt x="196092" y="38755"/>
                  </a:lnTo>
                  <a:lnTo>
                    <a:pt x="200972" y="32507"/>
                  </a:lnTo>
                  <a:lnTo>
                    <a:pt x="203365" y="24765"/>
                  </a:lnTo>
                  <a:lnTo>
                    <a:pt x="520852" y="24765"/>
                  </a:lnTo>
                  <a:lnTo>
                    <a:pt x="520852" y="22225"/>
                  </a:lnTo>
                  <a:lnTo>
                    <a:pt x="520340" y="19723"/>
                  </a:lnTo>
                  <a:lnTo>
                    <a:pt x="203365" y="19723"/>
                  </a:lnTo>
                  <a:lnTo>
                    <a:pt x="200977" y="11963"/>
                  </a:lnTo>
                  <a:lnTo>
                    <a:pt x="196097" y="5703"/>
                  </a:lnTo>
                  <a:lnTo>
                    <a:pt x="189288" y="1522"/>
                  </a:lnTo>
                  <a:lnTo>
                    <a:pt x="181114" y="0"/>
                  </a:lnTo>
                  <a:close/>
                </a:path>
                <a:path w="679450" h="587375">
                  <a:moveTo>
                    <a:pt x="665701" y="314050"/>
                  </a:moveTo>
                  <a:lnTo>
                    <a:pt x="648256" y="314050"/>
                  </a:lnTo>
                  <a:lnTo>
                    <a:pt x="650778" y="315125"/>
                  </a:lnTo>
                  <a:lnTo>
                    <a:pt x="653745" y="315798"/>
                  </a:lnTo>
                  <a:lnTo>
                    <a:pt x="656945" y="315798"/>
                  </a:lnTo>
                  <a:lnTo>
                    <a:pt x="665701" y="314050"/>
                  </a:lnTo>
                  <a:close/>
                </a:path>
                <a:path w="679450" h="587375">
                  <a:moveTo>
                    <a:pt x="25704" y="271335"/>
                  </a:moveTo>
                  <a:lnTo>
                    <a:pt x="22504" y="271335"/>
                  </a:lnTo>
                  <a:lnTo>
                    <a:pt x="13214" y="273189"/>
                  </a:lnTo>
                  <a:lnTo>
                    <a:pt x="31470" y="273189"/>
                  </a:lnTo>
                  <a:lnTo>
                    <a:pt x="28727" y="272008"/>
                  </a:lnTo>
                  <a:lnTo>
                    <a:pt x="25704" y="271335"/>
                  </a:lnTo>
                  <a:close/>
                </a:path>
                <a:path w="679450" h="587375">
                  <a:moveTo>
                    <a:pt x="656945" y="271335"/>
                  </a:moveTo>
                  <a:lnTo>
                    <a:pt x="653745" y="271335"/>
                  </a:lnTo>
                  <a:lnTo>
                    <a:pt x="650735" y="272008"/>
                  </a:lnTo>
                  <a:lnTo>
                    <a:pt x="647979" y="273189"/>
                  </a:lnTo>
                  <a:lnTo>
                    <a:pt x="666235" y="273189"/>
                  </a:lnTo>
                  <a:lnTo>
                    <a:pt x="656945" y="271335"/>
                  </a:lnTo>
                  <a:close/>
                </a:path>
                <a:path w="679450" h="587375">
                  <a:moveTo>
                    <a:pt x="189810" y="42608"/>
                  </a:moveTo>
                  <a:lnTo>
                    <a:pt x="172161" y="42608"/>
                  </a:lnTo>
                  <a:lnTo>
                    <a:pt x="174904" y="43789"/>
                  </a:lnTo>
                  <a:lnTo>
                    <a:pt x="177926" y="44450"/>
                  </a:lnTo>
                  <a:lnTo>
                    <a:pt x="181114" y="44450"/>
                  </a:lnTo>
                  <a:lnTo>
                    <a:pt x="189286" y="42929"/>
                  </a:lnTo>
                  <a:lnTo>
                    <a:pt x="189810" y="42608"/>
                  </a:lnTo>
                  <a:close/>
                </a:path>
                <a:path w="679450" h="587375">
                  <a:moveTo>
                    <a:pt x="520852" y="24765"/>
                  </a:moveTo>
                  <a:lnTo>
                    <a:pt x="476084" y="24765"/>
                  </a:lnTo>
                  <a:lnTo>
                    <a:pt x="478484" y="32507"/>
                  </a:lnTo>
                  <a:lnTo>
                    <a:pt x="483366" y="38755"/>
                  </a:lnTo>
                  <a:lnTo>
                    <a:pt x="490170" y="42929"/>
                  </a:lnTo>
                  <a:lnTo>
                    <a:pt x="498335" y="44450"/>
                  </a:lnTo>
                  <a:lnTo>
                    <a:pt x="501522" y="44450"/>
                  </a:lnTo>
                  <a:lnTo>
                    <a:pt x="504545" y="43789"/>
                  </a:lnTo>
                  <a:lnTo>
                    <a:pt x="507288" y="42608"/>
                  </a:lnTo>
                  <a:lnTo>
                    <a:pt x="513182" y="42608"/>
                  </a:lnTo>
                  <a:lnTo>
                    <a:pt x="511682" y="40043"/>
                  </a:lnTo>
                  <a:lnTo>
                    <a:pt x="517207" y="35991"/>
                  </a:lnTo>
                  <a:lnTo>
                    <a:pt x="520852" y="29552"/>
                  </a:lnTo>
                  <a:lnTo>
                    <a:pt x="520852" y="24765"/>
                  </a:lnTo>
                  <a:close/>
                </a:path>
                <a:path w="679450" h="587375">
                  <a:moveTo>
                    <a:pt x="498335" y="0"/>
                  </a:moveTo>
                  <a:lnTo>
                    <a:pt x="490163" y="1522"/>
                  </a:lnTo>
                  <a:lnTo>
                    <a:pt x="483357" y="5703"/>
                  </a:lnTo>
                  <a:lnTo>
                    <a:pt x="478477" y="11963"/>
                  </a:lnTo>
                  <a:lnTo>
                    <a:pt x="476084" y="19723"/>
                  </a:lnTo>
                  <a:lnTo>
                    <a:pt x="520340" y="19723"/>
                  </a:lnTo>
                  <a:lnTo>
                    <a:pt x="519082" y="13576"/>
                  </a:lnTo>
                  <a:lnTo>
                    <a:pt x="514256" y="6511"/>
                  </a:lnTo>
                  <a:lnTo>
                    <a:pt x="507098" y="1747"/>
                  </a:lnTo>
                  <a:lnTo>
                    <a:pt x="498335" y="0"/>
                  </a:lnTo>
                  <a:close/>
                </a:path>
              </a:pathLst>
            </a:custGeom>
            <a:solidFill>
              <a:srgbClr val="2A6A83"/>
            </a:solidFill>
          </p:spPr>
          <p:txBody>
            <a:bodyPr wrap="square" lIns="0" tIns="0" rIns="0" bIns="0" rtlCol="0"/>
            <a:lstStyle/>
            <a:p>
              <a:endParaRPr/>
            </a:p>
          </p:txBody>
        </p:sp>
        <p:sp>
          <p:nvSpPr>
            <p:cNvPr id="25" name="object 25"/>
            <p:cNvSpPr/>
            <p:nvPr/>
          </p:nvSpPr>
          <p:spPr>
            <a:xfrm>
              <a:off x="1114426" y="1124592"/>
              <a:ext cx="679450" cy="587375"/>
            </a:xfrm>
            <a:custGeom>
              <a:avLst/>
              <a:gdLst/>
              <a:ahLst/>
              <a:cxnLst/>
              <a:rect l="l" t="t" r="r" b="b"/>
              <a:pathLst>
                <a:path w="679450" h="587375">
                  <a:moveTo>
                    <a:pt x="181114" y="0"/>
                  </a:moveTo>
                  <a:lnTo>
                    <a:pt x="172358" y="1747"/>
                  </a:lnTo>
                  <a:lnTo>
                    <a:pt x="165204" y="6511"/>
                  </a:lnTo>
                  <a:lnTo>
                    <a:pt x="160379" y="13576"/>
                  </a:lnTo>
                  <a:lnTo>
                    <a:pt x="158610" y="22225"/>
                  </a:lnTo>
                  <a:lnTo>
                    <a:pt x="158610" y="29540"/>
                  </a:lnTo>
                  <a:lnTo>
                    <a:pt x="162242" y="35979"/>
                  </a:lnTo>
                  <a:lnTo>
                    <a:pt x="167766" y="40043"/>
                  </a:lnTo>
                  <a:lnTo>
                    <a:pt x="31470" y="273189"/>
                  </a:lnTo>
                  <a:lnTo>
                    <a:pt x="28727" y="272008"/>
                  </a:lnTo>
                  <a:lnTo>
                    <a:pt x="25704" y="271335"/>
                  </a:lnTo>
                  <a:lnTo>
                    <a:pt x="22504" y="271335"/>
                  </a:lnTo>
                  <a:lnTo>
                    <a:pt x="13748" y="273083"/>
                  </a:lnTo>
                  <a:lnTo>
                    <a:pt x="6594" y="277849"/>
                  </a:lnTo>
                  <a:lnTo>
                    <a:pt x="1769" y="284917"/>
                  </a:lnTo>
                  <a:lnTo>
                    <a:pt x="0" y="293573"/>
                  </a:lnTo>
                  <a:lnTo>
                    <a:pt x="1769" y="302221"/>
                  </a:lnTo>
                  <a:lnTo>
                    <a:pt x="6594" y="309286"/>
                  </a:lnTo>
                  <a:lnTo>
                    <a:pt x="13748" y="314050"/>
                  </a:lnTo>
                  <a:lnTo>
                    <a:pt x="22504" y="315798"/>
                  </a:lnTo>
                  <a:lnTo>
                    <a:pt x="25692" y="315798"/>
                  </a:lnTo>
                  <a:lnTo>
                    <a:pt x="28714" y="315125"/>
                  </a:lnTo>
                  <a:lnTo>
                    <a:pt x="31470" y="313944"/>
                  </a:lnTo>
                  <a:lnTo>
                    <a:pt x="167754" y="547090"/>
                  </a:lnTo>
                  <a:lnTo>
                    <a:pt x="162242" y="551129"/>
                  </a:lnTo>
                  <a:lnTo>
                    <a:pt x="158610" y="557568"/>
                  </a:lnTo>
                  <a:lnTo>
                    <a:pt x="158610" y="564883"/>
                  </a:lnTo>
                  <a:lnTo>
                    <a:pt x="160379" y="573536"/>
                  </a:lnTo>
                  <a:lnTo>
                    <a:pt x="165204" y="580601"/>
                  </a:lnTo>
                  <a:lnTo>
                    <a:pt x="172358" y="585362"/>
                  </a:lnTo>
                  <a:lnTo>
                    <a:pt x="181114" y="587108"/>
                  </a:lnTo>
                  <a:lnTo>
                    <a:pt x="189286" y="585587"/>
                  </a:lnTo>
                  <a:lnTo>
                    <a:pt x="196092" y="581412"/>
                  </a:lnTo>
                  <a:lnTo>
                    <a:pt x="200972" y="575160"/>
                  </a:lnTo>
                  <a:lnTo>
                    <a:pt x="203365" y="567410"/>
                  </a:lnTo>
                  <a:lnTo>
                    <a:pt x="476084" y="567410"/>
                  </a:lnTo>
                  <a:lnTo>
                    <a:pt x="478479" y="575160"/>
                  </a:lnTo>
                  <a:lnTo>
                    <a:pt x="483361" y="581412"/>
                  </a:lnTo>
                  <a:lnTo>
                    <a:pt x="490168" y="585587"/>
                  </a:lnTo>
                  <a:lnTo>
                    <a:pt x="498335" y="587108"/>
                  </a:lnTo>
                  <a:lnTo>
                    <a:pt x="507098" y="585362"/>
                  </a:lnTo>
                  <a:lnTo>
                    <a:pt x="514256" y="580601"/>
                  </a:lnTo>
                  <a:lnTo>
                    <a:pt x="519082" y="573536"/>
                  </a:lnTo>
                  <a:lnTo>
                    <a:pt x="520852" y="564883"/>
                  </a:lnTo>
                  <a:lnTo>
                    <a:pt x="520852" y="557568"/>
                  </a:lnTo>
                  <a:lnTo>
                    <a:pt x="517220" y="551129"/>
                  </a:lnTo>
                  <a:lnTo>
                    <a:pt x="511695" y="547077"/>
                  </a:lnTo>
                  <a:lnTo>
                    <a:pt x="647979" y="313931"/>
                  </a:lnTo>
                  <a:lnTo>
                    <a:pt x="650722" y="315112"/>
                  </a:lnTo>
                  <a:lnTo>
                    <a:pt x="653745" y="315798"/>
                  </a:lnTo>
                  <a:lnTo>
                    <a:pt x="656945" y="315798"/>
                  </a:lnTo>
                  <a:lnTo>
                    <a:pt x="665701" y="314050"/>
                  </a:lnTo>
                  <a:lnTo>
                    <a:pt x="672855" y="309286"/>
                  </a:lnTo>
                  <a:lnTo>
                    <a:pt x="677680" y="302221"/>
                  </a:lnTo>
                  <a:lnTo>
                    <a:pt x="679449" y="293573"/>
                  </a:lnTo>
                  <a:lnTo>
                    <a:pt x="677680" y="284917"/>
                  </a:lnTo>
                  <a:lnTo>
                    <a:pt x="672855" y="277849"/>
                  </a:lnTo>
                  <a:lnTo>
                    <a:pt x="665701" y="273083"/>
                  </a:lnTo>
                  <a:lnTo>
                    <a:pt x="656945" y="271335"/>
                  </a:lnTo>
                  <a:lnTo>
                    <a:pt x="653745" y="271335"/>
                  </a:lnTo>
                  <a:lnTo>
                    <a:pt x="650735" y="272008"/>
                  </a:lnTo>
                  <a:lnTo>
                    <a:pt x="647979" y="273189"/>
                  </a:lnTo>
                  <a:lnTo>
                    <a:pt x="511682" y="40043"/>
                  </a:lnTo>
                  <a:lnTo>
                    <a:pt x="517207" y="35991"/>
                  </a:lnTo>
                  <a:lnTo>
                    <a:pt x="520852" y="29552"/>
                  </a:lnTo>
                  <a:lnTo>
                    <a:pt x="520852" y="22225"/>
                  </a:lnTo>
                  <a:lnTo>
                    <a:pt x="519082" y="13576"/>
                  </a:lnTo>
                  <a:lnTo>
                    <a:pt x="514256" y="6511"/>
                  </a:lnTo>
                  <a:lnTo>
                    <a:pt x="507098" y="1747"/>
                  </a:lnTo>
                  <a:lnTo>
                    <a:pt x="498335" y="0"/>
                  </a:lnTo>
                  <a:lnTo>
                    <a:pt x="490163" y="1522"/>
                  </a:lnTo>
                  <a:lnTo>
                    <a:pt x="483357" y="5703"/>
                  </a:lnTo>
                  <a:lnTo>
                    <a:pt x="478477" y="11963"/>
                  </a:lnTo>
                  <a:lnTo>
                    <a:pt x="476084" y="19723"/>
                  </a:lnTo>
                  <a:lnTo>
                    <a:pt x="203365" y="19723"/>
                  </a:lnTo>
                  <a:lnTo>
                    <a:pt x="200977" y="11963"/>
                  </a:lnTo>
                  <a:lnTo>
                    <a:pt x="196097" y="5703"/>
                  </a:lnTo>
                  <a:lnTo>
                    <a:pt x="189288" y="1522"/>
                  </a:lnTo>
                  <a:lnTo>
                    <a:pt x="181114" y="0"/>
                  </a:lnTo>
                </a:path>
                <a:path w="679450" h="587375">
                  <a:moveTo>
                    <a:pt x="172161" y="42608"/>
                  </a:moveTo>
                  <a:lnTo>
                    <a:pt x="174904" y="43789"/>
                  </a:lnTo>
                  <a:lnTo>
                    <a:pt x="177926" y="44450"/>
                  </a:lnTo>
                  <a:lnTo>
                    <a:pt x="181114" y="44450"/>
                  </a:lnTo>
                  <a:lnTo>
                    <a:pt x="189286" y="42929"/>
                  </a:lnTo>
                  <a:lnTo>
                    <a:pt x="196092" y="38755"/>
                  </a:lnTo>
                  <a:lnTo>
                    <a:pt x="200972" y="32507"/>
                  </a:lnTo>
                  <a:lnTo>
                    <a:pt x="203365" y="24765"/>
                  </a:lnTo>
                  <a:lnTo>
                    <a:pt x="476084" y="24765"/>
                  </a:lnTo>
                  <a:lnTo>
                    <a:pt x="478484" y="32507"/>
                  </a:lnTo>
                  <a:lnTo>
                    <a:pt x="483366" y="38755"/>
                  </a:lnTo>
                  <a:lnTo>
                    <a:pt x="490170" y="42929"/>
                  </a:lnTo>
                  <a:lnTo>
                    <a:pt x="498335" y="44450"/>
                  </a:lnTo>
                  <a:lnTo>
                    <a:pt x="501522" y="44450"/>
                  </a:lnTo>
                  <a:lnTo>
                    <a:pt x="504545" y="43789"/>
                  </a:lnTo>
                  <a:lnTo>
                    <a:pt x="507288" y="42608"/>
                  </a:lnTo>
                  <a:lnTo>
                    <a:pt x="643597" y="275755"/>
                  </a:lnTo>
                  <a:lnTo>
                    <a:pt x="638060" y="279819"/>
                  </a:lnTo>
                  <a:lnTo>
                    <a:pt x="634441" y="286245"/>
                  </a:lnTo>
                  <a:lnTo>
                    <a:pt x="634441" y="293573"/>
                  </a:lnTo>
                  <a:lnTo>
                    <a:pt x="634441" y="300888"/>
                  </a:lnTo>
                  <a:lnTo>
                    <a:pt x="638060" y="307327"/>
                  </a:lnTo>
                  <a:lnTo>
                    <a:pt x="643597" y="311378"/>
                  </a:lnTo>
                  <a:lnTo>
                    <a:pt x="507301" y="544512"/>
                  </a:lnTo>
                  <a:lnTo>
                    <a:pt x="504558" y="543331"/>
                  </a:lnTo>
                  <a:lnTo>
                    <a:pt x="501522" y="542658"/>
                  </a:lnTo>
                  <a:lnTo>
                    <a:pt x="498335" y="542658"/>
                  </a:lnTo>
                  <a:lnTo>
                    <a:pt x="490163" y="544180"/>
                  </a:lnTo>
                  <a:lnTo>
                    <a:pt x="483357" y="548362"/>
                  </a:lnTo>
                  <a:lnTo>
                    <a:pt x="478477" y="554622"/>
                  </a:lnTo>
                  <a:lnTo>
                    <a:pt x="476084" y="562381"/>
                  </a:lnTo>
                  <a:lnTo>
                    <a:pt x="203365" y="562381"/>
                  </a:lnTo>
                  <a:lnTo>
                    <a:pt x="200977" y="554622"/>
                  </a:lnTo>
                  <a:lnTo>
                    <a:pt x="196097" y="548362"/>
                  </a:lnTo>
                  <a:lnTo>
                    <a:pt x="189288" y="544180"/>
                  </a:lnTo>
                  <a:lnTo>
                    <a:pt x="181114" y="542658"/>
                  </a:lnTo>
                  <a:lnTo>
                    <a:pt x="177926" y="542658"/>
                  </a:lnTo>
                  <a:lnTo>
                    <a:pt x="174891" y="543331"/>
                  </a:lnTo>
                  <a:lnTo>
                    <a:pt x="172148" y="544512"/>
                  </a:lnTo>
                  <a:lnTo>
                    <a:pt x="35852" y="311378"/>
                  </a:lnTo>
                  <a:lnTo>
                    <a:pt x="41376" y="307327"/>
                  </a:lnTo>
                  <a:lnTo>
                    <a:pt x="45008" y="300888"/>
                  </a:lnTo>
                  <a:lnTo>
                    <a:pt x="45008" y="293573"/>
                  </a:lnTo>
                  <a:lnTo>
                    <a:pt x="45008" y="286245"/>
                  </a:lnTo>
                  <a:lnTo>
                    <a:pt x="41389" y="279806"/>
                  </a:lnTo>
                  <a:lnTo>
                    <a:pt x="35852" y="275755"/>
                  </a:lnTo>
                  <a:lnTo>
                    <a:pt x="172161" y="42608"/>
                  </a:lnTo>
                  <a:close/>
                </a:path>
              </a:pathLst>
            </a:custGeom>
            <a:ln w="6350">
              <a:solidFill>
                <a:srgbClr val="2A6A83"/>
              </a:solidFill>
            </a:ln>
          </p:spPr>
          <p:txBody>
            <a:bodyPr wrap="square" lIns="0" tIns="0" rIns="0" bIns="0" rtlCol="0"/>
            <a:lstStyle/>
            <a:p>
              <a:endParaRPr/>
            </a:p>
          </p:txBody>
        </p:sp>
        <p:sp>
          <p:nvSpPr>
            <p:cNvPr id="26" name="object 26"/>
            <p:cNvSpPr/>
            <p:nvPr/>
          </p:nvSpPr>
          <p:spPr>
            <a:xfrm>
              <a:off x="1311275" y="1275422"/>
              <a:ext cx="285750" cy="285750"/>
            </a:xfrm>
            <a:custGeom>
              <a:avLst/>
              <a:gdLst/>
              <a:ahLst/>
              <a:cxnLst/>
              <a:rect l="l" t="t" r="r" b="b"/>
              <a:pathLst>
                <a:path w="285750" h="285750">
                  <a:moveTo>
                    <a:pt x="151879" y="190576"/>
                  </a:moveTo>
                  <a:lnTo>
                    <a:pt x="148183" y="185966"/>
                  </a:lnTo>
                  <a:lnTo>
                    <a:pt x="143446" y="185966"/>
                  </a:lnTo>
                  <a:lnTo>
                    <a:pt x="138709" y="185966"/>
                  </a:lnTo>
                  <a:lnTo>
                    <a:pt x="135013" y="190271"/>
                  </a:lnTo>
                  <a:lnTo>
                    <a:pt x="135013" y="201345"/>
                  </a:lnTo>
                  <a:lnTo>
                    <a:pt x="138709" y="205651"/>
                  </a:lnTo>
                  <a:lnTo>
                    <a:pt x="148183" y="205651"/>
                  </a:lnTo>
                  <a:lnTo>
                    <a:pt x="151879" y="201345"/>
                  </a:lnTo>
                  <a:lnTo>
                    <a:pt x="151879" y="190576"/>
                  </a:lnTo>
                  <a:close/>
                </a:path>
                <a:path w="285750" h="285750">
                  <a:moveTo>
                    <a:pt x="179717" y="119202"/>
                  </a:moveTo>
                  <a:lnTo>
                    <a:pt x="176771" y="104571"/>
                  </a:lnTo>
                  <a:lnTo>
                    <a:pt x="168719" y="92595"/>
                  </a:lnTo>
                  <a:lnTo>
                    <a:pt x="156756" y="84493"/>
                  </a:lnTo>
                  <a:lnTo>
                    <a:pt x="142062" y="81521"/>
                  </a:lnTo>
                  <a:lnTo>
                    <a:pt x="127393" y="84455"/>
                  </a:lnTo>
                  <a:lnTo>
                    <a:pt x="115430" y="92456"/>
                  </a:lnTo>
                  <a:lnTo>
                    <a:pt x="107391" y="104330"/>
                  </a:lnTo>
                  <a:lnTo>
                    <a:pt x="104432" y="118910"/>
                  </a:lnTo>
                  <a:lnTo>
                    <a:pt x="104432" y="122656"/>
                  </a:lnTo>
                  <a:lnTo>
                    <a:pt x="107619" y="125818"/>
                  </a:lnTo>
                  <a:lnTo>
                    <a:pt x="115138" y="125818"/>
                  </a:lnTo>
                  <a:lnTo>
                    <a:pt x="118351" y="122656"/>
                  </a:lnTo>
                  <a:lnTo>
                    <a:pt x="118351" y="118910"/>
                  </a:lnTo>
                  <a:lnTo>
                    <a:pt x="120230" y="109601"/>
                  </a:lnTo>
                  <a:lnTo>
                    <a:pt x="125361" y="102019"/>
                  </a:lnTo>
                  <a:lnTo>
                    <a:pt x="132994" y="96913"/>
                  </a:lnTo>
                  <a:lnTo>
                    <a:pt x="142367" y="95046"/>
                  </a:lnTo>
                  <a:lnTo>
                    <a:pt x="151739" y="96913"/>
                  </a:lnTo>
                  <a:lnTo>
                    <a:pt x="159385" y="102019"/>
                  </a:lnTo>
                  <a:lnTo>
                    <a:pt x="164515" y="109601"/>
                  </a:lnTo>
                  <a:lnTo>
                    <a:pt x="166395" y="118910"/>
                  </a:lnTo>
                  <a:lnTo>
                    <a:pt x="164515" y="128219"/>
                  </a:lnTo>
                  <a:lnTo>
                    <a:pt x="159385" y="135813"/>
                  </a:lnTo>
                  <a:lnTo>
                    <a:pt x="151739" y="140919"/>
                  </a:lnTo>
                  <a:lnTo>
                    <a:pt x="142367" y="142786"/>
                  </a:lnTo>
                  <a:lnTo>
                    <a:pt x="138595" y="142786"/>
                  </a:lnTo>
                  <a:lnTo>
                    <a:pt x="135407" y="145948"/>
                  </a:lnTo>
                  <a:lnTo>
                    <a:pt x="135407" y="171259"/>
                  </a:lnTo>
                  <a:lnTo>
                    <a:pt x="138595" y="174421"/>
                  </a:lnTo>
                  <a:lnTo>
                    <a:pt x="146113" y="174421"/>
                  </a:lnTo>
                  <a:lnTo>
                    <a:pt x="149326" y="171259"/>
                  </a:lnTo>
                  <a:lnTo>
                    <a:pt x="149326" y="156019"/>
                  </a:lnTo>
                  <a:lnTo>
                    <a:pt x="161391" y="151358"/>
                  </a:lnTo>
                  <a:lnTo>
                    <a:pt x="171030" y="143116"/>
                  </a:lnTo>
                  <a:lnTo>
                    <a:pt x="177406" y="132118"/>
                  </a:lnTo>
                  <a:lnTo>
                    <a:pt x="179717" y="119202"/>
                  </a:lnTo>
                  <a:close/>
                </a:path>
                <a:path w="285750" h="285750">
                  <a:moveTo>
                    <a:pt x="285750" y="142735"/>
                  </a:moveTo>
                  <a:lnTo>
                    <a:pt x="278434" y="97650"/>
                  </a:lnTo>
                  <a:lnTo>
                    <a:pt x="274459" y="90004"/>
                  </a:lnTo>
                  <a:lnTo>
                    <a:pt x="274459" y="142735"/>
                  </a:lnTo>
                  <a:lnTo>
                    <a:pt x="267728" y="184226"/>
                  </a:lnTo>
                  <a:lnTo>
                    <a:pt x="249008" y="220370"/>
                  </a:lnTo>
                  <a:lnTo>
                    <a:pt x="220484" y="248932"/>
                  </a:lnTo>
                  <a:lnTo>
                    <a:pt x="184327" y="267703"/>
                  </a:lnTo>
                  <a:lnTo>
                    <a:pt x="142735" y="274459"/>
                  </a:lnTo>
                  <a:lnTo>
                    <a:pt x="124815" y="273227"/>
                  </a:lnTo>
                  <a:lnTo>
                    <a:pt x="74688" y="255346"/>
                  </a:lnTo>
                  <a:lnTo>
                    <a:pt x="72682" y="254190"/>
                  </a:lnTo>
                  <a:lnTo>
                    <a:pt x="23749" y="268084"/>
                  </a:lnTo>
                  <a:lnTo>
                    <a:pt x="22009" y="268668"/>
                  </a:lnTo>
                  <a:lnTo>
                    <a:pt x="19977" y="268084"/>
                  </a:lnTo>
                  <a:lnTo>
                    <a:pt x="17653" y="265772"/>
                  </a:lnTo>
                  <a:lnTo>
                    <a:pt x="17094" y="263753"/>
                  </a:lnTo>
                  <a:lnTo>
                    <a:pt x="17653" y="262013"/>
                  </a:lnTo>
                  <a:lnTo>
                    <a:pt x="31838" y="213664"/>
                  </a:lnTo>
                  <a:lnTo>
                    <a:pt x="15951" y="178485"/>
                  </a:lnTo>
                  <a:lnTo>
                    <a:pt x="11010" y="142735"/>
                  </a:lnTo>
                  <a:lnTo>
                    <a:pt x="17729" y="101130"/>
                  </a:lnTo>
                  <a:lnTo>
                    <a:pt x="36436" y="64973"/>
                  </a:lnTo>
                  <a:lnTo>
                    <a:pt x="64960" y="36436"/>
                  </a:lnTo>
                  <a:lnTo>
                    <a:pt x="101117" y="17716"/>
                  </a:lnTo>
                  <a:lnTo>
                    <a:pt x="142735" y="10998"/>
                  </a:lnTo>
                  <a:lnTo>
                    <a:pt x="184327" y="17716"/>
                  </a:lnTo>
                  <a:lnTo>
                    <a:pt x="220484" y="36436"/>
                  </a:lnTo>
                  <a:lnTo>
                    <a:pt x="249008" y="64973"/>
                  </a:lnTo>
                  <a:lnTo>
                    <a:pt x="267728" y="101130"/>
                  </a:lnTo>
                  <a:lnTo>
                    <a:pt x="274459" y="142735"/>
                  </a:lnTo>
                  <a:lnTo>
                    <a:pt x="274459" y="90004"/>
                  </a:lnTo>
                  <a:lnTo>
                    <a:pt x="227088" y="27559"/>
                  </a:lnTo>
                  <a:lnTo>
                    <a:pt x="187833" y="7289"/>
                  </a:lnTo>
                  <a:lnTo>
                    <a:pt x="142735" y="0"/>
                  </a:lnTo>
                  <a:lnTo>
                    <a:pt x="97650" y="7289"/>
                  </a:lnTo>
                  <a:lnTo>
                    <a:pt x="58470" y="27559"/>
                  </a:lnTo>
                  <a:lnTo>
                    <a:pt x="27559" y="58470"/>
                  </a:lnTo>
                  <a:lnTo>
                    <a:pt x="7277" y="97650"/>
                  </a:lnTo>
                  <a:lnTo>
                    <a:pt x="0" y="142735"/>
                  </a:lnTo>
                  <a:lnTo>
                    <a:pt x="1181" y="160820"/>
                  </a:lnTo>
                  <a:lnTo>
                    <a:pt x="19100" y="214236"/>
                  </a:lnTo>
                  <a:lnTo>
                    <a:pt x="19697" y="215112"/>
                  </a:lnTo>
                  <a:lnTo>
                    <a:pt x="6959" y="258826"/>
                  </a:lnTo>
                  <a:lnTo>
                    <a:pt x="5219" y="264325"/>
                  </a:lnTo>
                  <a:lnTo>
                    <a:pt x="6959" y="270408"/>
                  </a:lnTo>
                  <a:lnTo>
                    <a:pt x="11087" y="274828"/>
                  </a:lnTo>
                  <a:lnTo>
                    <a:pt x="15049" y="278803"/>
                  </a:lnTo>
                  <a:lnTo>
                    <a:pt x="21145" y="280543"/>
                  </a:lnTo>
                  <a:lnTo>
                    <a:pt x="26924" y="278803"/>
                  </a:lnTo>
                  <a:lnTo>
                    <a:pt x="62166" y="268668"/>
                  </a:lnTo>
                  <a:lnTo>
                    <a:pt x="71221" y="266065"/>
                  </a:lnTo>
                  <a:lnTo>
                    <a:pt x="72097" y="266636"/>
                  </a:lnTo>
                  <a:lnTo>
                    <a:pt x="88709" y="274828"/>
                  </a:lnTo>
                  <a:lnTo>
                    <a:pt x="106248" y="280720"/>
                  </a:lnTo>
                  <a:lnTo>
                    <a:pt x="124434" y="284264"/>
                  </a:lnTo>
                  <a:lnTo>
                    <a:pt x="143014" y="285457"/>
                  </a:lnTo>
                  <a:lnTo>
                    <a:pt x="188087" y="278168"/>
                  </a:lnTo>
                  <a:lnTo>
                    <a:pt x="195262" y="274459"/>
                  </a:lnTo>
                  <a:lnTo>
                    <a:pt x="227266" y="257898"/>
                  </a:lnTo>
                  <a:lnTo>
                    <a:pt x="258178" y="226987"/>
                  </a:lnTo>
                  <a:lnTo>
                    <a:pt x="278460" y="187820"/>
                  </a:lnTo>
                  <a:lnTo>
                    <a:pt x="285750" y="142735"/>
                  </a:lnTo>
                  <a:close/>
                </a:path>
              </a:pathLst>
            </a:custGeom>
            <a:solidFill>
              <a:srgbClr val="2A6A83"/>
            </a:solidFill>
          </p:spPr>
          <p:txBody>
            <a:bodyPr wrap="square" lIns="0" tIns="0" rIns="0" bIns="0" rtlCol="0"/>
            <a:lstStyle/>
            <a:p>
              <a:endParaRPr/>
            </a:p>
          </p:txBody>
        </p:sp>
      </p:grpSp>
      <p:sp>
        <p:nvSpPr>
          <p:cNvPr id="27" name="object 27"/>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8" name="object 28"/>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158240"/>
            <a:ext cx="3543300" cy="551433"/>
          </a:xfrm>
          <a:prstGeom prst="rect">
            <a:avLst/>
          </a:prstGeom>
        </p:spPr>
        <p:txBody>
          <a:bodyPr vert="horz" wrap="square" lIns="0" tIns="241300" rIns="0" bIns="0" rtlCol="0">
            <a:spAutoFit/>
          </a:bodyPr>
          <a:lstStyle/>
          <a:p>
            <a:pPr marL="12700">
              <a:spcBef>
                <a:spcPts val="100"/>
              </a:spcBef>
            </a:pPr>
            <a:r>
              <a:rPr spc="-35" dirty="0">
                <a:latin typeface="Calibri Light" panose="020F0302020204030204" pitchFamily="34" charset="0"/>
                <a:ea typeface="Calibri Light" panose="020F0302020204030204" pitchFamily="34" charset="0"/>
                <a:cs typeface="Calibri Light" panose="020F0302020204030204" pitchFamily="34" charset="0"/>
              </a:rPr>
              <a:t>Great Leader Playbook</a:t>
            </a:r>
          </a:p>
        </p:txBody>
      </p:sp>
      <p:grpSp>
        <p:nvGrpSpPr>
          <p:cNvPr id="3" name="object 3"/>
          <p:cNvGrpSpPr/>
          <p:nvPr/>
        </p:nvGrpSpPr>
        <p:grpSpPr>
          <a:xfrm>
            <a:off x="8465248" y="464343"/>
            <a:ext cx="1129030" cy="266700"/>
            <a:chOff x="8465248" y="464343"/>
            <a:chExt cx="1129030" cy="266700"/>
          </a:xfrm>
        </p:grpSpPr>
        <p:sp>
          <p:nvSpPr>
            <p:cNvPr id="4" name="object 4"/>
            <p:cNvSpPr/>
            <p:nvPr/>
          </p:nvSpPr>
          <p:spPr>
            <a:xfrm>
              <a:off x="8832050" y="483628"/>
              <a:ext cx="762635" cy="247650"/>
            </a:xfrm>
            <a:custGeom>
              <a:avLst/>
              <a:gdLst/>
              <a:ahLst/>
              <a:cxnLst/>
              <a:rect l="l" t="t" r="r" b="b"/>
              <a:pathLst>
                <a:path w="762634" h="247650">
                  <a:moveTo>
                    <a:pt x="112750" y="145618"/>
                  </a:moveTo>
                  <a:lnTo>
                    <a:pt x="104419" y="145618"/>
                  </a:lnTo>
                  <a:lnTo>
                    <a:pt x="100114" y="157822"/>
                  </a:lnTo>
                  <a:lnTo>
                    <a:pt x="94234" y="166243"/>
                  </a:lnTo>
                  <a:lnTo>
                    <a:pt x="83007" y="171119"/>
                  </a:lnTo>
                  <a:lnTo>
                    <a:pt x="62699" y="172681"/>
                  </a:lnTo>
                  <a:lnTo>
                    <a:pt x="52616" y="172199"/>
                  </a:lnTo>
                  <a:lnTo>
                    <a:pt x="46697" y="169862"/>
                  </a:lnTo>
                  <a:lnTo>
                    <a:pt x="43903" y="164338"/>
                  </a:lnTo>
                  <a:lnTo>
                    <a:pt x="43205" y="154279"/>
                  </a:lnTo>
                  <a:lnTo>
                    <a:pt x="43205" y="88366"/>
                  </a:lnTo>
                  <a:lnTo>
                    <a:pt x="50355" y="88366"/>
                  </a:lnTo>
                  <a:lnTo>
                    <a:pt x="66370" y="89509"/>
                  </a:lnTo>
                  <a:lnTo>
                    <a:pt x="74282" y="93103"/>
                  </a:lnTo>
                  <a:lnTo>
                    <a:pt x="77241" y="99453"/>
                  </a:lnTo>
                  <a:lnTo>
                    <a:pt x="78409" y="108864"/>
                  </a:lnTo>
                  <a:lnTo>
                    <a:pt x="85839" y="108724"/>
                  </a:lnTo>
                  <a:lnTo>
                    <a:pt x="85839" y="59524"/>
                  </a:lnTo>
                  <a:lnTo>
                    <a:pt x="78549" y="59245"/>
                  </a:lnTo>
                  <a:lnTo>
                    <a:pt x="77025" y="69430"/>
                  </a:lnTo>
                  <a:lnTo>
                    <a:pt x="74104" y="75349"/>
                  </a:lnTo>
                  <a:lnTo>
                    <a:pt x="66344" y="78117"/>
                  </a:lnTo>
                  <a:lnTo>
                    <a:pt x="50279" y="78790"/>
                  </a:lnTo>
                  <a:lnTo>
                    <a:pt x="43192" y="78790"/>
                  </a:lnTo>
                  <a:lnTo>
                    <a:pt x="43065" y="16954"/>
                  </a:lnTo>
                  <a:lnTo>
                    <a:pt x="44208" y="12636"/>
                  </a:lnTo>
                  <a:lnTo>
                    <a:pt x="48933" y="10591"/>
                  </a:lnTo>
                  <a:lnTo>
                    <a:pt x="59537" y="10058"/>
                  </a:lnTo>
                  <a:lnTo>
                    <a:pt x="80505" y="11442"/>
                  </a:lnTo>
                  <a:lnTo>
                    <a:pt x="91986" y="15646"/>
                  </a:lnTo>
                  <a:lnTo>
                    <a:pt x="98107" y="22733"/>
                  </a:lnTo>
                  <a:lnTo>
                    <a:pt x="103009" y="32766"/>
                  </a:lnTo>
                  <a:lnTo>
                    <a:pt x="111201" y="32766"/>
                  </a:lnTo>
                  <a:lnTo>
                    <a:pt x="111252" y="0"/>
                  </a:lnTo>
                  <a:lnTo>
                    <a:pt x="0" y="0"/>
                  </a:lnTo>
                  <a:lnTo>
                    <a:pt x="0" y="12065"/>
                  </a:lnTo>
                  <a:lnTo>
                    <a:pt x="8966" y="12065"/>
                  </a:lnTo>
                  <a:lnTo>
                    <a:pt x="10236" y="12522"/>
                  </a:lnTo>
                  <a:lnTo>
                    <a:pt x="12344" y="14693"/>
                  </a:lnTo>
                  <a:lnTo>
                    <a:pt x="12369" y="168325"/>
                  </a:lnTo>
                  <a:lnTo>
                    <a:pt x="10210" y="170446"/>
                  </a:lnTo>
                  <a:lnTo>
                    <a:pt x="8928" y="170891"/>
                  </a:lnTo>
                  <a:lnTo>
                    <a:pt x="0" y="170891"/>
                  </a:lnTo>
                  <a:lnTo>
                    <a:pt x="0" y="182930"/>
                  </a:lnTo>
                  <a:lnTo>
                    <a:pt x="112750" y="182930"/>
                  </a:lnTo>
                  <a:lnTo>
                    <a:pt x="112750" y="145618"/>
                  </a:lnTo>
                  <a:close/>
                </a:path>
                <a:path w="762634" h="247650">
                  <a:moveTo>
                    <a:pt x="237604" y="170929"/>
                  </a:moveTo>
                  <a:lnTo>
                    <a:pt x="235127" y="170929"/>
                  </a:lnTo>
                  <a:lnTo>
                    <a:pt x="229577" y="170929"/>
                  </a:lnTo>
                  <a:lnTo>
                    <a:pt x="228282" y="170484"/>
                  </a:lnTo>
                  <a:lnTo>
                    <a:pt x="226123" y="168300"/>
                  </a:lnTo>
                  <a:lnTo>
                    <a:pt x="226199" y="103619"/>
                  </a:lnTo>
                  <a:lnTo>
                    <a:pt x="224396" y="84010"/>
                  </a:lnTo>
                  <a:lnTo>
                    <a:pt x="218401" y="69748"/>
                  </a:lnTo>
                  <a:lnTo>
                    <a:pt x="207289" y="61048"/>
                  </a:lnTo>
                  <a:lnTo>
                    <a:pt x="190144" y="58089"/>
                  </a:lnTo>
                  <a:lnTo>
                    <a:pt x="178955" y="59410"/>
                  </a:lnTo>
                  <a:lnTo>
                    <a:pt x="168643" y="63474"/>
                  </a:lnTo>
                  <a:lnTo>
                    <a:pt x="159689" y="70015"/>
                  </a:lnTo>
                  <a:lnTo>
                    <a:pt x="152603" y="78752"/>
                  </a:lnTo>
                  <a:lnTo>
                    <a:pt x="152603" y="58610"/>
                  </a:lnTo>
                  <a:lnTo>
                    <a:pt x="113677" y="58661"/>
                  </a:lnTo>
                  <a:lnTo>
                    <a:pt x="113677" y="70700"/>
                  </a:lnTo>
                  <a:lnTo>
                    <a:pt x="121666" y="70700"/>
                  </a:lnTo>
                  <a:lnTo>
                    <a:pt x="122974" y="71158"/>
                  </a:lnTo>
                  <a:lnTo>
                    <a:pt x="125069" y="73266"/>
                  </a:lnTo>
                  <a:lnTo>
                    <a:pt x="125044" y="182930"/>
                  </a:lnTo>
                  <a:lnTo>
                    <a:pt x="165823" y="182930"/>
                  </a:lnTo>
                  <a:lnTo>
                    <a:pt x="165823" y="170929"/>
                  </a:lnTo>
                  <a:lnTo>
                    <a:pt x="157835" y="170929"/>
                  </a:lnTo>
                  <a:lnTo>
                    <a:pt x="156540" y="170484"/>
                  </a:lnTo>
                  <a:lnTo>
                    <a:pt x="154381" y="168300"/>
                  </a:lnTo>
                  <a:lnTo>
                    <a:pt x="154457" y="109220"/>
                  </a:lnTo>
                  <a:lnTo>
                    <a:pt x="157213" y="93421"/>
                  </a:lnTo>
                  <a:lnTo>
                    <a:pt x="164223" y="81013"/>
                  </a:lnTo>
                  <a:lnTo>
                    <a:pt x="173596" y="72910"/>
                  </a:lnTo>
                  <a:lnTo>
                    <a:pt x="183451" y="70002"/>
                  </a:lnTo>
                  <a:lnTo>
                    <a:pt x="189763" y="72186"/>
                  </a:lnTo>
                  <a:lnTo>
                    <a:pt x="193890" y="77927"/>
                  </a:lnTo>
                  <a:lnTo>
                    <a:pt x="196138" y="85991"/>
                  </a:lnTo>
                  <a:lnTo>
                    <a:pt x="196824" y="95173"/>
                  </a:lnTo>
                  <a:lnTo>
                    <a:pt x="196824" y="182905"/>
                  </a:lnTo>
                  <a:lnTo>
                    <a:pt x="237604" y="182905"/>
                  </a:lnTo>
                  <a:lnTo>
                    <a:pt x="237604" y="170929"/>
                  </a:lnTo>
                  <a:close/>
                </a:path>
                <a:path w="762634" h="247650">
                  <a:moveTo>
                    <a:pt x="291655" y="170865"/>
                  </a:moveTo>
                  <a:lnTo>
                    <a:pt x="281203" y="170865"/>
                  </a:lnTo>
                  <a:lnTo>
                    <a:pt x="276466" y="170446"/>
                  </a:lnTo>
                  <a:lnTo>
                    <a:pt x="273570" y="167005"/>
                  </a:lnTo>
                  <a:lnTo>
                    <a:pt x="273570" y="70586"/>
                  </a:lnTo>
                  <a:lnTo>
                    <a:pt x="291185" y="70586"/>
                  </a:lnTo>
                  <a:lnTo>
                    <a:pt x="291185" y="58635"/>
                  </a:lnTo>
                  <a:lnTo>
                    <a:pt x="273596" y="58635"/>
                  </a:lnTo>
                  <a:lnTo>
                    <a:pt x="273596" y="23444"/>
                  </a:lnTo>
                  <a:lnTo>
                    <a:pt x="265645" y="23444"/>
                  </a:lnTo>
                  <a:lnTo>
                    <a:pt x="243446" y="58737"/>
                  </a:lnTo>
                  <a:lnTo>
                    <a:pt x="235343" y="58737"/>
                  </a:lnTo>
                  <a:lnTo>
                    <a:pt x="235343" y="70662"/>
                  </a:lnTo>
                  <a:lnTo>
                    <a:pt x="243446" y="70662"/>
                  </a:lnTo>
                  <a:lnTo>
                    <a:pt x="243446" y="144056"/>
                  </a:lnTo>
                  <a:lnTo>
                    <a:pt x="244462" y="160642"/>
                  </a:lnTo>
                  <a:lnTo>
                    <a:pt x="248500" y="172796"/>
                  </a:lnTo>
                  <a:lnTo>
                    <a:pt x="257009" y="180340"/>
                  </a:lnTo>
                  <a:lnTo>
                    <a:pt x="271602" y="183184"/>
                  </a:lnTo>
                  <a:lnTo>
                    <a:pt x="291655" y="183184"/>
                  </a:lnTo>
                  <a:lnTo>
                    <a:pt x="291655" y="170865"/>
                  </a:lnTo>
                  <a:close/>
                </a:path>
                <a:path w="762634" h="247650">
                  <a:moveTo>
                    <a:pt x="391629" y="119456"/>
                  </a:moveTo>
                  <a:lnTo>
                    <a:pt x="377837" y="74993"/>
                  </a:lnTo>
                  <a:lnTo>
                    <a:pt x="362661" y="63144"/>
                  </a:lnTo>
                  <a:lnTo>
                    <a:pt x="362661" y="107251"/>
                  </a:lnTo>
                  <a:lnTo>
                    <a:pt x="362661" y="112369"/>
                  </a:lnTo>
                  <a:lnTo>
                    <a:pt x="319862" y="112369"/>
                  </a:lnTo>
                  <a:lnTo>
                    <a:pt x="319913" y="107251"/>
                  </a:lnTo>
                  <a:lnTo>
                    <a:pt x="321106" y="89128"/>
                  </a:lnTo>
                  <a:lnTo>
                    <a:pt x="324967" y="75946"/>
                  </a:lnTo>
                  <a:lnTo>
                    <a:pt x="325018" y="75780"/>
                  </a:lnTo>
                  <a:lnTo>
                    <a:pt x="331774" y="67945"/>
                  </a:lnTo>
                  <a:lnTo>
                    <a:pt x="331533" y="67945"/>
                  </a:lnTo>
                  <a:lnTo>
                    <a:pt x="341884" y="65239"/>
                  </a:lnTo>
                  <a:lnTo>
                    <a:pt x="350799" y="67945"/>
                  </a:lnTo>
                  <a:lnTo>
                    <a:pt x="357314" y="75946"/>
                  </a:lnTo>
                  <a:lnTo>
                    <a:pt x="361315" y="89128"/>
                  </a:lnTo>
                  <a:lnTo>
                    <a:pt x="362661" y="107251"/>
                  </a:lnTo>
                  <a:lnTo>
                    <a:pt x="362661" y="63144"/>
                  </a:lnTo>
                  <a:lnTo>
                    <a:pt x="361835" y="62496"/>
                  </a:lnTo>
                  <a:lnTo>
                    <a:pt x="340868" y="58064"/>
                  </a:lnTo>
                  <a:lnTo>
                    <a:pt x="320103" y="63017"/>
                  </a:lnTo>
                  <a:lnTo>
                    <a:pt x="303314" y="76669"/>
                  </a:lnTo>
                  <a:lnTo>
                    <a:pt x="292074" y="97269"/>
                  </a:lnTo>
                  <a:lnTo>
                    <a:pt x="288048" y="122618"/>
                  </a:lnTo>
                  <a:lnTo>
                    <a:pt x="287959" y="123037"/>
                  </a:lnTo>
                  <a:lnTo>
                    <a:pt x="292023" y="148285"/>
                  </a:lnTo>
                  <a:lnTo>
                    <a:pt x="303377" y="167995"/>
                  </a:lnTo>
                  <a:lnTo>
                    <a:pt x="320840" y="180835"/>
                  </a:lnTo>
                  <a:lnTo>
                    <a:pt x="343192" y="185407"/>
                  </a:lnTo>
                  <a:lnTo>
                    <a:pt x="359206" y="183438"/>
                  </a:lnTo>
                  <a:lnTo>
                    <a:pt x="372186" y="177571"/>
                  </a:lnTo>
                  <a:lnTo>
                    <a:pt x="374015" y="175780"/>
                  </a:lnTo>
                  <a:lnTo>
                    <a:pt x="382003" y="167995"/>
                  </a:lnTo>
                  <a:lnTo>
                    <a:pt x="383679" y="164744"/>
                  </a:lnTo>
                  <a:lnTo>
                    <a:pt x="388772" y="154622"/>
                  </a:lnTo>
                  <a:lnTo>
                    <a:pt x="389356" y="152869"/>
                  </a:lnTo>
                  <a:lnTo>
                    <a:pt x="380085" y="150355"/>
                  </a:lnTo>
                  <a:lnTo>
                    <a:pt x="379552" y="151841"/>
                  </a:lnTo>
                  <a:lnTo>
                    <a:pt x="374904" y="161213"/>
                  </a:lnTo>
                  <a:lnTo>
                    <a:pt x="367842" y="168617"/>
                  </a:lnTo>
                  <a:lnTo>
                    <a:pt x="358902" y="173621"/>
                  </a:lnTo>
                  <a:lnTo>
                    <a:pt x="348653" y="175780"/>
                  </a:lnTo>
                  <a:lnTo>
                    <a:pt x="335991" y="173062"/>
                  </a:lnTo>
                  <a:lnTo>
                    <a:pt x="326936" y="164744"/>
                  </a:lnTo>
                  <a:lnTo>
                    <a:pt x="321487" y="150583"/>
                  </a:lnTo>
                  <a:lnTo>
                    <a:pt x="319671" y="130327"/>
                  </a:lnTo>
                  <a:lnTo>
                    <a:pt x="319671" y="122618"/>
                  </a:lnTo>
                  <a:lnTo>
                    <a:pt x="391629" y="122618"/>
                  </a:lnTo>
                  <a:lnTo>
                    <a:pt x="391629" y="119456"/>
                  </a:lnTo>
                  <a:close/>
                </a:path>
                <a:path w="762634" h="247650">
                  <a:moveTo>
                    <a:pt x="513245" y="58674"/>
                  </a:moveTo>
                  <a:lnTo>
                    <a:pt x="474243" y="58674"/>
                  </a:lnTo>
                  <a:lnTo>
                    <a:pt x="474243" y="76377"/>
                  </a:lnTo>
                  <a:lnTo>
                    <a:pt x="472744" y="74498"/>
                  </a:lnTo>
                  <a:lnTo>
                    <a:pt x="472744" y="109321"/>
                  </a:lnTo>
                  <a:lnTo>
                    <a:pt x="472744" y="137985"/>
                  </a:lnTo>
                  <a:lnTo>
                    <a:pt x="471284" y="153517"/>
                  </a:lnTo>
                  <a:lnTo>
                    <a:pt x="467067" y="165150"/>
                  </a:lnTo>
                  <a:lnTo>
                    <a:pt x="460324" y="172440"/>
                  </a:lnTo>
                  <a:lnTo>
                    <a:pt x="451345" y="174967"/>
                  </a:lnTo>
                  <a:lnTo>
                    <a:pt x="441629" y="171843"/>
                  </a:lnTo>
                  <a:lnTo>
                    <a:pt x="435089" y="161988"/>
                  </a:lnTo>
                  <a:lnTo>
                    <a:pt x="431393" y="144526"/>
                  </a:lnTo>
                  <a:lnTo>
                    <a:pt x="430237" y="118643"/>
                  </a:lnTo>
                  <a:lnTo>
                    <a:pt x="431444" y="97396"/>
                  </a:lnTo>
                  <a:lnTo>
                    <a:pt x="435102" y="82169"/>
                  </a:lnTo>
                  <a:lnTo>
                    <a:pt x="441147" y="73012"/>
                  </a:lnTo>
                  <a:lnTo>
                    <a:pt x="449605" y="69951"/>
                  </a:lnTo>
                  <a:lnTo>
                    <a:pt x="458063" y="72466"/>
                  </a:lnTo>
                  <a:lnTo>
                    <a:pt x="465480" y="79946"/>
                  </a:lnTo>
                  <a:lnTo>
                    <a:pt x="470738" y="92265"/>
                  </a:lnTo>
                  <a:lnTo>
                    <a:pt x="472744" y="109321"/>
                  </a:lnTo>
                  <a:lnTo>
                    <a:pt x="472744" y="74498"/>
                  </a:lnTo>
                  <a:lnTo>
                    <a:pt x="469138" y="69951"/>
                  </a:lnTo>
                  <a:lnTo>
                    <a:pt x="468287" y="68872"/>
                  </a:lnTo>
                  <a:lnTo>
                    <a:pt x="460756" y="63169"/>
                  </a:lnTo>
                  <a:lnTo>
                    <a:pt x="452056" y="59524"/>
                  </a:lnTo>
                  <a:lnTo>
                    <a:pt x="442582" y="58153"/>
                  </a:lnTo>
                  <a:lnTo>
                    <a:pt x="424980" y="63169"/>
                  </a:lnTo>
                  <a:lnTo>
                    <a:pt x="425246" y="63169"/>
                  </a:lnTo>
                  <a:lnTo>
                    <a:pt x="411441" y="76555"/>
                  </a:lnTo>
                  <a:lnTo>
                    <a:pt x="402145" y="96710"/>
                  </a:lnTo>
                  <a:lnTo>
                    <a:pt x="398754" y="121666"/>
                  </a:lnTo>
                  <a:lnTo>
                    <a:pt x="402272" y="147281"/>
                  </a:lnTo>
                  <a:lnTo>
                    <a:pt x="412127" y="167309"/>
                  </a:lnTo>
                  <a:lnTo>
                    <a:pt x="427278" y="180340"/>
                  </a:lnTo>
                  <a:lnTo>
                    <a:pt x="446684" y="184988"/>
                  </a:lnTo>
                  <a:lnTo>
                    <a:pt x="454101" y="184378"/>
                  </a:lnTo>
                  <a:lnTo>
                    <a:pt x="461111" y="182130"/>
                  </a:lnTo>
                  <a:lnTo>
                    <a:pt x="467410" y="178346"/>
                  </a:lnTo>
                  <a:lnTo>
                    <a:pt x="470916" y="174967"/>
                  </a:lnTo>
                  <a:lnTo>
                    <a:pt x="472770" y="173177"/>
                  </a:lnTo>
                  <a:lnTo>
                    <a:pt x="472821" y="174967"/>
                  </a:lnTo>
                  <a:lnTo>
                    <a:pt x="472922" y="178346"/>
                  </a:lnTo>
                  <a:lnTo>
                    <a:pt x="472757" y="180340"/>
                  </a:lnTo>
                  <a:lnTo>
                    <a:pt x="472655" y="181584"/>
                  </a:lnTo>
                  <a:lnTo>
                    <a:pt x="459778" y="217678"/>
                  </a:lnTo>
                  <a:lnTo>
                    <a:pt x="418198" y="237312"/>
                  </a:lnTo>
                  <a:lnTo>
                    <a:pt x="418147" y="247180"/>
                  </a:lnTo>
                  <a:lnTo>
                    <a:pt x="469252" y="234607"/>
                  </a:lnTo>
                  <a:lnTo>
                    <a:pt x="497268" y="197954"/>
                  </a:lnTo>
                  <a:lnTo>
                    <a:pt x="501459" y="174967"/>
                  </a:lnTo>
                  <a:lnTo>
                    <a:pt x="501561" y="173177"/>
                  </a:lnTo>
                  <a:lnTo>
                    <a:pt x="501853" y="167309"/>
                  </a:lnTo>
                  <a:lnTo>
                    <a:pt x="501815" y="76377"/>
                  </a:lnTo>
                  <a:lnTo>
                    <a:pt x="501815" y="73279"/>
                  </a:lnTo>
                  <a:lnTo>
                    <a:pt x="503974" y="71145"/>
                  </a:lnTo>
                  <a:lnTo>
                    <a:pt x="505256" y="70713"/>
                  </a:lnTo>
                  <a:lnTo>
                    <a:pt x="513245" y="70713"/>
                  </a:lnTo>
                  <a:lnTo>
                    <a:pt x="513245" y="58674"/>
                  </a:lnTo>
                  <a:close/>
                </a:path>
                <a:path w="762634" h="247650">
                  <a:moveTo>
                    <a:pt x="605878" y="76530"/>
                  </a:moveTo>
                  <a:lnTo>
                    <a:pt x="604545" y="69126"/>
                  </a:lnTo>
                  <a:lnTo>
                    <a:pt x="600621" y="63017"/>
                  </a:lnTo>
                  <a:lnTo>
                    <a:pt x="594702" y="58826"/>
                  </a:lnTo>
                  <a:lnTo>
                    <a:pt x="587146" y="57175"/>
                  </a:lnTo>
                  <a:lnTo>
                    <a:pt x="579094" y="58864"/>
                  </a:lnTo>
                  <a:lnTo>
                    <a:pt x="571360" y="63931"/>
                  </a:lnTo>
                  <a:lnTo>
                    <a:pt x="564451" y="72339"/>
                  </a:lnTo>
                  <a:lnTo>
                    <a:pt x="558736" y="84328"/>
                  </a:lnTo>
                  <a:lnTo>
                    <a:pt x="558736" y="58623"/>
                  </a:lnTo>
                  <a:lnTo>
                    <a:pt x="518655" y="58623"/>
                  </a:lnTo>
                  <a:lnTo>
                    <a:pt x="518655" y="70662"/>
                  </a:lnTo>
                  <a:lnTo>
                    <a:pt x="526643" y="70662"/>
                  </a:lnTo>
                  <a:lnTo>
                    <a:pt x="527939" y="71120"/>
                  </a:lnTo>
                  <a:lnTo>
                    <a:pt x="530047" y="73291"/>
                  </a:lnTo>
                  <a:lnTo>
                    <a:pt x="529932" y="182956"/>
                  </a:lnTo>
                  <a:lnTo>
                    <a:pt x="571969" y="182956"/>
                  </a:lnTo>
                  <a:lnTo>
                    <a:pt x="571969" y="170942"/>
                  </a:lnTo>
                  <a:lnTo>
                    <a:pt x="563956" y="170942"/>
                  </a:lnTo>
                  <a:lnTo>
                    <a:pt x="562648" y="170484"/>
                  </a:lnTo>
                  <a:lnTo>
                    <a:pt x="560489" y="168313"/>
                  </a:lnTo>
                  <a:lnTo>
                    <a:pt x="560578" y="116128"/>
                  </a:lnTo>
                  <a:lnTo>
                    <a:pt x="561644" y="99707"/>
                  </a:lnTo>
                  <a:lnTo>
                    <a:pt x="564388" y="87972"/>
                  </a:lnTo>
                  <a:lnTo>
                    <a:pt x="568083" y="80911"/>
                  </a:lnTo>
                  <a:lnTo>
                    <a:pt x="572033" y="78562"/>
                  </a:lnTo>
                  <a:lnTo>
                    <a:pt x="574332" y="78562"/>
                  </a:lnTo>
                  <a:lnTo>
                    <a:pt x="574141" y="81241"/>
                  </a:lnTo>
                  <a:lnTo>
                    <a:pt x="577824" y="91757"/>
                  </a:lnTo>
                  <a:lnTo>
                    <a:pt x="583425" y="95605"/>
                  </a:lnTo>
                  <a:lnTo>
                    <a:pt x="599833" y="95465"/>
                  </a:lnTo>
                  <a:lnTo>
                    <a:pt x="605878" y="88557"/>
                  </a:lnTo>
                  <a:lnTo>
                    <a:pt x="605878" y="76530"/>
                  </a:lnTo>
                  <a:close/>
                </a:path>
                <a:path w="762634" h="247650">
                  <a:moveTo>
                    <a:pt x="652030" y="33299"/>
                  </a:moveTo>
                  <a:lnTo>
                    <a:pt x="648944" y="26136"/>
                  </a:lnTo>
                  <a:lnTo>
                    <a:pt x="643534" y="20904"/>
                  </a:lnTo>
                  <a:lnTo>
                    <a:pt x="636562" y="18072"/>
                  </a:lnTo>
                  <a:lnTo>
                    <a:pt x="628777" y="18122"/>
                  </a:lnTo>
                  <a:lnTo>
                    <a:pt x="621157" y="19735"/>
                  </a:lnTo>
                  <a:lnTo>
                    <a:pt x="615200" y="25679"/>
                  </a:lnTo>
                  <a:lnTo>
                    <a:pt x="613600" y="33299"/>
                  </a:lnTo>
                  <a:lnTo>
                    <a:pt x="616813" y="40436"/>
                  </a:lnTo>
                  <a:lnTo>
                    <a:pt x="622338" y="45605"/>
                  </a:lnTo>
                  <a:lnTo>
                    <a:pt x="629386" y="48323"/>
                  </a:lnTo>
                  <a:lnTo>
                    <a:pt x="637209" y="48107"/>
                  </a:lnTo>
                  <a:lnTo>
                    <a:pt x="644588" y="46418"/>
                  </a:lnTo>
                  <a:lnTo>
                    <a:pt x="650341" y="40665"/>
                  </a:lnTo>
                  <a:lnTo>
                    <a:pt x="652030" y="33299"/>
                  </a:lnTo>
                  <a:close/>
                </a:path>
                <a:path w="762634" h="247650">
                  <a:moveTo>
                    <a:pt x="662800" y="182943"/>
                  </a:moveTo>
                  <a:lnTo>
                    <a:pt x="662762" y="170929"/>
                  </a:lnTo>
                  <a:lnTo>
                    <a:pt x="654773" y="170929"/>
                  </a:lnTo>
                  <a:lnTo>
                    <a:pt x="653465" y="170484"/>
                  </a:lnTo>
                  <a:lnTo>
                    <a:pt x="651306" y="168300"/>
                  </a:lnTo>
                  <a:lnTo>
                    <a:pt x="651256" y="58648"/>
                  </a:lnTo>
                  <a:lnTo>
                    <a:pt x="609511" y="58648"/>
                  </a:lnTo>
                  <a:lnTo>
                    <a:pt x="609511" y="70662"/>
                  </a:lnTo>
                  <a:lnTo>
                    <a:pt x="617486" y="70662"/>
                  </a:lnTo>
                  <a:lnTo>
                    <a:pt x="618794" y="71107"/>
                  </a:lnTo>
                  <a:lnTo>
                    <a:pt x="620966" y="73279"/>
                  </a:lnTo>
                  <a:lnTo>
                    <a:pt x="620877" y="183007"/>
                  </a:lnTo>
                  <a:lnTo>
                    <a:pt x="662800" y="182943"/>
                  </a:lnTo>
                  <a:close/>
                </a:path>
                <a:path w="762634" h="247650">
                  <a:moveTo>
                    <a:pt x="762139" y="149364"/>
                  </a:moveTo>
                  <a:lnTo>
                    <a:pt x="735926" y="110871"/>
                  </a:lnTo>
                  <a:lnTo>
                    <a:pt x="705688" y="96393"/>
                  </a:lnTo>
                  <a:lnTo>
                    <a:pt x="697369" y="91706"/>
                  </a:lnTo>
                  <a:lnTo>
                    <a:pt x="692251" y="86918"/>
                  </a:lnTo>
                  <a:lnTo>
                    <a:pt x="690511" y="81432"/>
                  </a:lnTo>
                  <a:lnTo>
                    <a:pt x="691235" y="71983"/>
                  </a:lnTo>
                  <a:lnTo>
                    <a:pt x="699452" y="64897"/>
                  </a:lnTo>
                  <a:lnTo>
                    <a:pt x="708901" y="65570"/>
                  </a:lnTo>
                  <a:lnTo>
                    <a:pt x="720750" y="67678"/>
                  </a:lnTo>
                  <a:lnTo>
                    <a:pt x="731100" y="73266"/>
                  </a:lnTo>
                  <a:lnTo>
                    <a:pt x="739216" y="81775"/>
                  </a:lnTo>
                  <a:lnTo>
                    <a:pt x="744385" y="92659"/>
                  </a:lnTo>
                  <a:lnTo>
                    <a:pt x="755091" y="92329"/>
                  </a:lnTo>
                  <a:lnTo>
                    <a:pt x="755205" y="58331"/>
                  </a:lnTo>
                  <a:lnTo>
                    <a:pt x="743686" y="58331"/>
                  </a:lnTo>
                  <a:lnTo>
                    <a:pt x="743686" y="63258"/>
                  </a:lnTo>
                  <a:lnTo>
                    <a:pt x="743165" y="63868"/>
                  </a:lnTo>
                  <a:lnTo>
                    <a:pt x="741159" y="63868"/>
                  </a:lnTo>
                  <a:lnTo>
                    <a:pt x="738289" y="63207"/>
                  </a:lnTo>
                  <a:lnTo>
                    <a:pt x="735520" y="62141"/>
                  </a:lnTo>
                  <a:lnTo>
                    <a:pt x="732955" y="60680"/>
                  </a:lnTo>
                  <a:lnTo>
                    <a:pt x="726719" y="58559"/>
                  </a:lnTo>
                  <a:lnTo>
                    <a:pt x="720318" y="57086"/>
                  </a:lnTo>
                  <a:lnTo>
                    <a:pt x="713803" y="56273"/>
                  </a:lnTo>
                  <a:lnTo>
                    <a:pt x="707237" y="56134"/>
                  </a:lnTo>
                  <a:lnTo>
                    <a:pt x="692086" y="58750"/>
                  </a:lnTo>
                  <a:lnTo>
                    <a:pt x="679551" y="65620"/>
                  </a:lnTo>
                  <a:lnTo>
                    <a:pt x="671017" y="75971"/>
                  </a:lnTo>
                  <a:lnTo>
                    <a:pt x="667854" y="89065"/>
                  </a:lnTo>
                  <a:lnTo>
                    <a:pt x="670687" y="104089"/>
                  </a:lnTo>
                  <a:lnTo>
                    <a:pt x="678586" y="115455"/>
                  </a:lnTo>
                  <a:lnTo>
                    <a:pt x="690626" y="124460"/>
                  </a:lnTo>
                  <a:lnTo>
                    <a:pt x="705891" y="132384"/>
                  </a:lnTo>
                  <a:lnTo>
                    <a:pt x="723112" y="140855"/>
                  </a:lnTo>
                  <a:lnTo>
                    <a:pt x="731520" y="146392"/>
                  </a:lnTo>
                  <a:lnTo>
                    <a:pt x="736485" y="152184"/>
                  </a:lnTo>
                  <a:lnTo>
                    <a:pt x="738124" y="158902"/>
                  </a:lnTo>
                  <a:lnTo>
                    <a:pt x="736650" y="165950"/>
                  </a:lnTo>
                  <a:lnTo>
                    <a:pt x="732739" y="171704"/>
                  </a:lnTo>
                  <a:lnTo>
                    <a:pt x="726948" y="175577"/>
                  </a:lnTo>
                  <a:lnTo>
                    <a:pt x="718629" y="176923"/>
                  </a:lnTo>
                  <a:lnTo>
                    <a:pt x="706551" y="174752"/>
                  </a:lnTo>
                  <a:lnTo>
                    <a:pt x="694563" y="168630"/>
                  </a:lnTo>
                  <a:lnTo>
                    <a:pt x="684987" y="159067"/>
                  </a:lnTo>
                  <a:lnTo>
                    <a:pt x="680173" y="146608"/>
                  </a:lnTo>
                  <a:lnTo>
                    <a:pt x="668959" y="146608"/>
                  </a:lnTo>
                  <a:lnTo>
                    <a:pt x="669175" y="182943"/>
                  </a:lnTo>
                  <a:lnTo>
                    <a:pt x="680910" y="182943"/>
                  </a:lnTo>
                  <a:lnTo>
                    <a:pt x="680910" y="177888"/>
                  </a:lnTo>
                  <a:lnTo>
                    <a:pt x="682155" y="177393"/>
                  </a:lnTo>
                  <a:lnTo>
                    <a:pt x="683844" y="177393"/>
                  </a:lnTo>
                  <a:lnTo>
                    <a:pt x="686676" y="177914"/>
                  </a:lnTo>
                  <a:lnTo>
                    <a:pt x="689356" y="179057"/>
                  </a:lnTo>
                  <a:lnTo>
                    <a:pt x="691705" y="180721"/>
                  </a:lnTo>
                  <a:lnTo>
                    <a:pt x="698423" y="183337"/>
                  </a:lnTo>
                  <a:lnTo>
                    <a:pt x="705396" y="185064"/>
                  </a:lnTo>
                  <a:lnTo>
                    <a:pt x="712533" y="185902"/>
                  </a:lnTo>
                  <a:lnTo>
                    <a:pt x="719747" y="185826"/>
                  </a:lnTo>
                  <a:lnTo>
                    <a:pt x="736053" y="182943"/>
                  </a:lnTo>
                  <a:lnTo>
                    <a:pt x="749554" y="175094"/>
                  </a:lnTo>
                  <a:lnTo>
                    <a:pt x="758736" y="163499"/>
                  </a:lnTo>
                  <a:lnTo>
                    <a:pt x="762139" y="149364"/>
                  </a:lnTo>
                  <a:close/>
                </a:path>
              </a:pathLst>
            </a:custGeom>
            <a:solidFill>
              <a:srgbClr val="6A6360"/>
            </a:solidFill>
          </p:spPr>
          <p:txBody>
            <a:bodyPr wrap="square" lIns="0" tIns="0" rIns="0" bIns="0" rtlCol="0"/>
            <a:lstStyle/>
            <a:p>
              <a:endParaRPr/>
            </a:p>
          </p:txBody>
        </p:sp>
        <p:pic>
          <p:nvPicPr>
            <p:cNvPr id="5" name="object 5"/>
            <p:cNvPicPr/>
            <p:nvPr/>
          </p:nvPicPr>
          <p:blipFill>
            <a:blip r:embed="rId2" cstate="print"/>
            <a:stretch>
              <a:fillRect/>
            </a:stretch>
          </p:blipFill>
          <p:spPr>
            <a:xfrm>
              <a:off x="8465248" y="464343"/>
              <a:ext cx="332985" cy="196840"/>
            </a:xfrm>
            <a:prstGeom prst="rect">
              <a:avLst/>
            </a:prstGeom>
          </p:spPr>
        </p:pic>
      </p:grpSp>
      <p:sp>
        <p:nvSpPr>
          <p:cNvPr id="6" name="object 6"/>
          <p:cNvSpPr/>
          <p:nvPr/>
        </p:nvSpPr>
        <p:spPr>
          <a:xfrm>
            <a:off x="914400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sp>
        <p:nvSpPr>
          <p:cNvPr id="7" name="object 7"/>
          <p:cNvSpPr/>
          <p:nvPr/>
        </p:nvSpPr>
        <p:spPr>
          <a:xfrm>
            <a:off x="0" y="7429501"/>
            <a:ext cx="914400" cy="0"/>
          </a:xfrm>
          <a:custGeom>
            <a:avLst/>
            <a:gdLst/>
            <a:ahLst/>
            <a:cxnLst/>
            <a:rect l="l" t="t" r="r" b="b"/>
            <a:pathLst>
              <a:path w="914400">
                <a:moveTo>
                  <a:pt x="0" y="0"/>
                </a:moveTo>
                <a:lnTo>
                  <a:pt x="914400" y="0"/>
                </a:lnTo>
              </a:path>
            </a:pathLst>
          </a:custGeom>
          <a:ln w="9525">
            <a:solidFill>
              <a:srgbClr val="7F7773"/>
            </a:solidFill>
          </a:ln>
        </p:spPr>
        <p:txBody>
          <a:bodyPr wrap="square" lIns="0" tIns="0" rIns="0" bIns="0" rtlCol="0"/>
          <a:lstStyle/>
          <a:p>
            <a:endParaRPr/>
          </a:p>
        </p:txBody>
      </p:sp>
      <p:grpSp>
        <p:nvGrpSpPr>
          <p:cNvPr id="8" name="object 8"/>
          <p:cNvGrpSpPr/>
          <p:nvPr/>
        </p:nvGrpSpPr>
        <p:grpSpPr>
          <a:xfrm>
            <a:off x="2286000" y="7303771"/>
            <a:ext cx="5657850" cy="251460"/>
            <a:chOff x="2286000" y="7303771"/>
            <a:chExt cx="5657850" cy="251460"/>
          </a:xfrm>
        </p:grpSpPr>
        <p:sp>
          <p:nvSpPr>
            <p:cNvPr id="9" name="object 9"/>
            <p:cNvSpPr/>
            <p:nvPr/>
          </p:nvSpPr>
          <p:spPr>
            <a:xfrm>
              <a:off x="2286000" y="7429501"/>
              <a:ext cx="5657850" cy="0"/>
            </a:xfrm>
            <a:custGeom>
              <a:avLst/>
              <a:gdLst/>
              <a:ahLst/>
              <a:cxnLst/>
              <a:rect l="l" t="t" r="r" b="b"/>
              <a:pathLst>
                <a:path w="5657850">
                  <a:moveTo>
                    <a:pt x="0" y="0"/>
                  </a:moveTo>
                  <a:lnTo>
                    <a:pt x="5657850" y="0"/>
                  </a:lnTo>
                </a:path>
              </a:pathLst>
            </a:custGeom>
            <a:ln w="9525">
              <a:solidFill>
                <a:srgbClr val="7F7773"/>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4903470" y="7303771"/>
              <a:ext cx="251459" cy="251460"/>
            </a:xfrm>
            <a:prstGeom prst="rect">
              <a:avLst/>
            </a:prstGeom>
          </p:spPr>
        </p:pic>
        <p:sp>
          <p:nvSpPr>
            <p:cNvPr id="11" name="object 11"/>
            <p:cNvSpPr/>
            <p:nvPr/>
          </p:nvSpPr>
          <p:spPr>
            <a:xfrm>
              <a:off x="4958473" y="7370571"/>
              <a:ext cx="103505" cy="20955"/>
            </a:xfrm>
            <a:custGeom>
              <a:avLst/>
              <a:gdLst/>
              <a:ahLst/>
              <a:cxnLst/>
              <a:rect l="l" t="t" r="r" b="b"/>
              <a:pathLst>
                <a:path w="103504" h="20954">
                  <a:moveTo>
                    <a:pt x="103225" y="0"/>
                  </a:moveTo>
                  <a:lnTo>
                    <a:pt x="0" y="0"/>
                  </a:lnTo>
                  <a:lnTo>
                    <a:pt x="0" y="20396"/>
                  </a:lnTo>
                  <a:lnTo>
                    <a:pt x="103225" y="20396"/>
                  </a:lnTo>
                  <a:lnTo>
                    <a:pt x="103225" y="0"/>
                  </a:lnTo>
                  <a:close/>
                </a:path>
              </a:pathLst>
            </a:custGeom>
            <a:solidFill>
              <a:srgbClr val="ECE9E7"/>
            </a:solidFill>
          </p:spPr>
          <p:txBody>
            <a:bodyPr wrap="square" lIns="0" tIns="0" rIns="0" bIns="0" rtlCol="0"/>
            <a:lstStyle/>
            <a:p>
              <a:endParaRPr/>
            </a:p>
          </p:txBody>
        </p:sp>
      </p:grpSp>
      <p:sp>
        <p:nvSpPr>
          <p:cNvPr id="12" name="object 12"/>
          <p:cNvSpPr txBox="1">
            <a:spLocks noGrp="1"/>
          </p:cNvSpPr>
          <p:nvPr>
            <p:ph sz="half" idx="2"/>
          </p:nvPr>
        </p:nvSpPr>
        <p:spPr>
          <a:xfrm>
            <a:off x="1130300" y="1304195"/>
            <a:ext cx="4062729" cy="4065215"/>
          </a:xfrm>
          <a:prstGeom prst="rect">
            <a:avLst/>
          </a:prstGeom>
        </p:spPr>
        <p:txBody>
          <a:bodyPr vert="horz" wrap="square" lIns="0" tIns="12700" rIns="0" bIns="0" rtlCol="0">
            <a:spAutoFit/>
          </a:bodyPr>
          <a:lstStyle/>
          <a:p>
            <a:pPr marL="12700">
              <a:spcBef>
                <a:spcPts val="100"/>
              </a:spcBef>
            </a:pPr>
            <a:r>
              <a:rPr lang="en-US" spc="-55" dirty="0">
                <a:latin typeface="Calibri Light" panose="020F0302020204030204" pitchFamily="34" charset="0"/>
                <a:ea typeface="Calibri Light" panose="020F0302020204030204" pitchFamily="34" charset="0"/>
                <a:cs typeface="Calibri Light" panose="020F0302020204030204" pitchFamily="34" charset="0"/>
              </a:rPr>
              <a:t>                  </a:t>
            </a:r>
            <a:r>
              <a:rPr spc="-55" dirty="0">
                <a:latin typeface="Calibri Light" panose="020F0302020204030204" pitchFamily="34" charset="0"/>
                <a:ea typeface="Calibri Light" panose="020F0302020204030204" pitchFamily="34" charset="0"/>
                <a:cs typeface="Calibri Light" panose="020F0302020204030204" pitchFamily="34" charset="0"/>
              </a:rPr>
              <a:t>When collaborating with others ...</a:t>
            </a:r>
          </a:p>
          <a:p>
            <a:pPr marL="12700">
              <a:spcBef>
                <a:spcPts val="100"/>
              </a:spcBef>
            </a:pPr>
            <a:endParaRPr spc="-55" dirty="0">
              <a:latin typeface="Calibri Light" panose="020F0302020204030204" pitchFamily="34" charset="0"/>
              <a:ea typeface="Calibri Light" panose="020F0302020204030204" pitchFamily="34" charset="0"/>
              <a:cs typeface="Calibri Light" panose="020F0302020204030204" pitchFamily="34" charset="0"/>
            </a:endParaRPr>
          </a:p>
          <a:p>
            <a:pPr marL="12700">
              <a:lnSpc>
                <a:spcPct val="100000"/>
              </a:lnSpc>
              <a:spcBef>
                <a:spcPts val="100"/>
              </a:spcBef>
            </a:pPr>
            <a:r>
              <a:rPr sz="1400" b="1" dirty="0">
                <a:solidFill>
                  <a:srgbClr val="2A6A83"/>
                </a:solidFill>
                <a:latin typeface="Calibri Light" panose="020F0302020204030204" pitchFamily="34" charset="0"/>
                <a:ea typeface="Calibri Light" panose="020F0302020204030204" pitchFamily="34" charset="0"/>
                <a:cs typeface="Calibri Light" panose="020F0302020204030204" pitchFamily="34" charset="0"/>
              </a:rPr>
              <a:t>GREAT LEADERS …</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Set clear goal(s) for meetings, and at the end of the meeting reflect on whether the team achieved the goal(s)</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Ensure that all collaborators have a voice in the meeting regardless of level</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Ensure that there is a shared understanding of the problem that the attendees are trying to solve</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Provide feedback to each other at the end of meetings</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Only invite individuals who need to weigh in on the topics being discussed</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Create opportunities for those unable to attend certain meetings to provide comments</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Ensure clear actions are understood when leaving collaboration sessions or meetings</a:t>
            </a:r>
          </a:p>
          <a:p>
            <a:pPr marL="240665" marR="237490" indent="-228600">
              <a:lnSpc>
                <a:spcPct val="100000"/>
              </a:lnSpc>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Adjourn meetings when the specific agenda has been completed, even if you end the meeting early</a:t>
            </a:r>
          </a:p>
        </p:txBody>
      </p:sp>
      <p:grpSp>
        <p:nvGrpSpPr>
          <p:cNvPr id="13" name="object 13"/>
          <p:cNvGrpSpPr/>
          <p:nvPr/>
        </p:nvGrpSpPr>
        <p:grpSpPr>
          <a:xfrm>
            <a:off x="1136650" y="1828800"/>
            <a:ext cx="3663950" cy="502284"/>
            <a:chOff x="1136650" y="1828800"/>
            <a:chExt cx="3663950" cy="502284"/>
          </a:xfrm>
        </p:grpSpPr>
        <p:sp>
          <p:nvSpPr>
            <p:cNvPr id="14" name="object 14"/>
            <p:cNvSpPr/>
            <p:nvPr/>
          </p:nvSpPr>
          <p:spPr>
            <a:xfrm>
              <a:off x="1143000" y="1835150"/>
              <a:ext cx="3625850" cy="464184"/>
            </a:xfrm>
            <a:custGeom>
              <a:avLst/>
              <a:gdLst/>
              <a:ahLst/>
              <a:cxnLst/>
              <a:rect l="l" t="t" r="r" b="b"/>
              <a:pathLst>
                <a:path w="3625850" h="464185">
                  <a:moveTo>
                    <a:pt x="0" y="0"/>
                  </a:moveTo>
                  <a:lnTo>
                    <a:pt x="3186303" y="0"/>
                  </a:lnTo>
                  <a:lnTo>
                    <a:pt x="3625850" y="463651"/>
                  </a:lnTo>
                </a:path>
              </a:pathLst>
            </a:custGeom>
            <a:ln w="12700">
              <a:solidFill>
                <a:srgbClr val="2A6A83"/>
              </a:solidFill>
            </a:ln>
          </p:spPr>
          <p:txBody>
            <a:bodyPr wrap="square" lIns="0" tIns="0" rIns="0" bIns="0" rtlCol="0"/>
            <a:lstStyle/>
            <a:p>
              <a:endParaRPr/>
            </a:p>
          </p:txBody>
        </p:sp>
        <p:sp>
          <p:nvSpPr>
            <p:cNvPr id="15" name="object 15"/>
            <p:cNvSpPr/>
            <p:nvPr/>
          </p:nvSpPr>
          <p:spPr>
            <a:xfrm>
              <a:off x="473710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2A6A83"/>
            </a:solidFill>
          </p:spPr>
          <p:txBody>
            <a:bodyPr wrap="square" lIns="0" tIns="0" rIns="0" bIns="0" rtlCol="0"/>
            <a:lstStyle/>
            <a:p>
              <a:endParaRPr/>
            </a:p>
          </p:txBody>
        </p:sp>
      </p:grpSp>
      <p:sp>
        <p:nvSpPr>
          <p:cNvPr id="16" name="object 16"/>
          <p:cNvSpPr txBox="1"/>
          <p:nvPr/>
        </p:nvSpPr>
        <p:spPr>
          <a:xfrm>
            <a:off x="5850890" y="1912718"/>
            <a:ext cx="3319145" cy="262892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B31A1B"/>
                </a:solidFill>
                <a:latin typeface="Calibri Light" panose="020F0302020204030204" pitchFamily="34" charset="0"/>
                <a:ea typeface="Calibri Light" panose="020F0302020204030204" pitchFamily="34" charset="0"/>
                <a:cs typeface="Calibri Light" panose="020F0302020204030204" pitchFamily="34" charset="0"/>
              </a:rPr>
              <a:t>NOT-YET-GREAT LEADERS …</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Allow dissent from a minority of the group to derail commitment to the goal</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Unnecessarily invites multiple layers of individuals within a function to collaborate</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Ignores time zones when scheduling meetings</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Assumes everyone knows what actions will be taken</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Modifies the agenda of meetings at the last moment</a:t>
            </a:r>
          </a:p>
          <a:p>
            <a:pPr marL="240665" marR="237490" indent="-228600">
              <a:spcBef>
                <a:spcPts val="720"/>
              </a:spcBef>
              <a:buAutoNum type="arabicPeriod"/>
              <a:tabLst>
                <a:tab pos="240665" algn="l"/>
                <a:tab pos="242570" algn="l"/>
              </a:tabLst>
            </a:pPr>
            <a:r>
              <a:rPr sz="1100" dirty="0">
                <a:solidFill>
                  <a:srgbClr val="393630"/>
                </a:solidFill>
                <a:latin typeface="Calibri Light" panose="020F0302020204030204" pitchFamily="34" charset="0"/>
                <a:ea typeface="Calibri Light" panose="020F0302020204030204" pitchFamily="34" charset="0"/>
                <a:cs typeface="Calibri Light" panose="020F0302020204030204" pitchFamily="34" charset="0"/>
              </a:rPr>
              <a:t>	Uses the time collaborating to inform the team instead of taking action</a:t>
            </a:r>
          </a:p>
        </p:txBody>
      </p:sp>
      <p:grpSp>
        <p:nvGrpSpPr>
          <p:cNvPr id="17" name="object 17"/>
          <p:cNvGrpSpPr/>
          <p:nvPr/>
        </p:nvGrpSpPr>
        <p:grpSpPr>
          <a:xfrm>
            <a:off x="5349240" y="1828800"/>
            <a:ext cx="3663950" cy="502284"/>
            <a:chOff x="5349240" y="1828800"/>
            <a:chExt cx="3663950" cy="502284"/>
          </a:xfrm>
        </p:grpSpPr>
        <p:sp>
          <p:nvSpPr>
            <p:cNvPr id="18" name="object 18"/>
            <p:cNvSpPr/>
            <p:nvPr/>
          </p:nvSpPr>
          <p:spPr>
            <a:xfrm>
              <a:off x="5380990" y="1835150"/>
              <a:ext cx="3625850" cy="464184"/>
            </a:xfrm>
            <a:custGeom>
              <a:avLst/>
              <a:gdLst/>
              <a:ahLst/>
              <a:cxnLst/>
              <a:rect l="l" t="t" r="r" b="b"/>
              <a:pathLst>
                <a:path w="3625850" h="464185">
                  <a:moveTo>
                    <a:pt x="3625850" y="0"/>
                  </a:moveTo>
                  <a:lnTo>
                    <a:pt x="439547" y="0"/>
                  </a:lnTo>
                  <a:lnTo>
                    <a:pt x="0" y="463651"/>
                  </a:lnTo>
                </a:path>
              </a:pathLst>
            </a:custGeom>
            <a:ln w="12700">
              <a:solidFill>
                <a:srgbClr val="870608"/>
              </a:solidFill>
            </a:ln>
          </p:spPr>
          <p:txBody>
            <a:bodyPr wrap="square" lIns="0" tIns="0" rIns="0" bIns="0" rtlCol="0"/>
            <a:lstStyle/>
            <a:p>
              <a:endParaRPr/>
            </a:p>
          </p:txBody>
        </p:sp>
        <p:sp>
          <p:nvSpPr>
            <p:cNvPr id="19" name="object 19"/>
            <p:cNvSpPr/>
            <p:nvPr/>
          </p:nvSpPr>
          <p:spPr>
            <a:xfrm>
              <a:off x="5349240" y="2267049"/>
              <a:ext cx="63500" cy="63500"/>
            </a:xfrm>
            <a:custGeom>
              <a:avLst/>
              <a:gdLst/>
              <a:ahLst/>
              <a:cxnLst/>
              <a:rect l="l" t="t" r="r" b="b"/>
              <a:pathLst>
                <a:path w="63500" h="63500">
                  <a:moveTo>
                    <a:pt x="31750" y="0"/>
                  </a:moveTo>
                  <a:lnTo>
                    <a:pt x="19389" y="2494"/>
                  </a:lnTo>
                  <a:lnTo>
                    <a:pt x="9297" y="9297"/>
                  </a:lnTo>
                  <a:lnTo>
                    <a:pt x="2494" y="19389"/>
                  </a:lnTo>
                  <a:lnTo>
                    <a:pt x="0" y="31750"/>
                  </a:lnTo>
                  <a:lnTo>
                    <a:pt x="2494" y="44110"/>
                  </a:lnTo>
                  <a:lnTo>
                    <a:pt x="9297" y="54202"/>
                  </a:lnTo>
                  <a:lnTo>
                    <a:pt x="19389" y="61005"/>
                  </a:lnTo>
                  <a:lnTo>
                    <a:pt x="31750" y="63500"/>
                  </a:lnTo>
                  <a:lnTo>
                    <a:pt x="44110" y="61005"/>
                  </a:lnTo>
                  <a:lnTo>
                    <a:pt x="54202" y="54202"/>
                  </a:lnTo>
                  <a:lnTo>
                    <a:pt x="61005" y="44110"/>
                  </a:lnTo>
                  <a:lnTo>
                    <a:pt x="63500" y="31750"/>
                  </a:lnTo>
                  <a:lnTo>
                    <a:pt x="61005" y="19389"/>
                  </a:lnTo>
                  <a:lnTo>
                    <a:pt x="54202" y="9297"/>
                  </a:lnTo>
                  <a:lnTo>
                    <a:pt x="44110" y="2494"/>
                  </a:lnTo>
                  <a:lnTo>
                    <a:pt x="31750" y="0"/>
                  </a:lnTo>
                  <a:close/>
                </a:path>
              </a:pathLst>
            </a:custGeom>
            <a:solidFill>
              <a:srgbClr val="870608"/>
            </a:solidFill>
          </p:spPr>
          <p:txBody>
            <a:bodyPr wrap="square" lIns="0" tIns="0" rIns="0" bIns="0" rtlCol="0"/>
            <a:lstStyle/>
            <a:p>
              <a:endParaRPr/>
            </a:p>
          </p:txBody>
        </p:sp>
      </p:grpSp>
      <p:pic>
        <p:nvPicPr>
          <p:cNvPr id="20" name="object 20"/>
          <p:cNvPicPr/>
          <p:nvPr/>
        </p:nvPicPr>
        <p:blipFill>
          <a:blip r:embed="rId4" cstate="print"/>
          <a:stretch>
            <a:fillRect/>
          </a:stretch>
        </p:blipFill>
        <p:spPr>
          <a:xfrm>
            <a:off x="1111251" y="1121417"/>
            <a:ext cx="685800" cy="593458"/>
          </a:xfrm>
          <a:prstGeom prst="rect">
            <a:avLst/>
          </a:prstGeom>
        </p:spPr>
      </p:pic>
      <p:sp>
        <p:nvSpPr>
          <p:cNvPr id="21" name="object 2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spc="-10" dirty="0"/>
              <a:t>Great</a:t>
            </a:r>
            <a:r>
              <a:rPr spc="-50" dirty="0"/>
              <a:t> </a:t>
            </a:r>
            <a:r>
              <a:rPr dirty="0"/>
              <a:t>Leader</a:t>
            </a:r>
            <a:r>
              <a:rPr spc="-45" dirty="0"/>
              <a:t> </a:t>
            </a:r>
            <a:r>
              <a:rPr dirty="0"/>
              <a:t>Profile</a:t>
            </a:r>
            <a:r>
              <a:rPr spc="-50" dirty="0"/>
              <a:t> </a:t>
            </a:r>
            <a:r>
              <a:rPr dirty="0"/>
              <a:t>&amp;</a:t>
            </a:r>
            <a:r>
              <a:rPr spc="-45" dirty="0"/>
              <a:t> </a:t>
            </a:r>
            <a:r>
              <a:rPr spc="-10" dirty="0"/>
              <a:t>Playbook</a:t>
            </a:r>
          </a:p>
        </p:txBody>
      </p:sp>
      <p:sp>
        <p:nvSpPr>
          <p:cNvPr id="22" name="object 22"/>
          <p:cNvSpPr txBox="1">
            <a:spLocks noGrp="1"/>
          </p:cNvSpPr>
          <p:nvPr>
            <p:ph type="sldNum" sz="quarter" idx="7"/>
          </p:nvPr>
        </p:nvSpPr>
        <p:spPr>
          <a:prstGeom prst="rect">
            <a:avLst/>
          </a:prstGeom>
        </p:spPr>
        <p:txBody>
          <a:bodyPr vert="horz" wrap="square" lIns="0" tIns="8890" rIns="0" bIns="0" rtlCol="0">
            <a:spAutoFit/>
          </a:bodyPr>
          <a:lstStyle/>
          <a:p>
            <a:pPr marL="12700">
              <a:lnSpc>
                <a:spcPct val="100000"/>
              </a:lnSpc>
              <a:spcBef>
                <a:spcPts val="70"/>
              </a:spcBef>
            </a:pPr>
            <a:r>
              <a:rPr spc="-20" dirty="0"/>
              <a:t>Copyright</a:t>
            </a:r>
            <a:r>
              <a:rPr spc="10" dirty="0"/>
              <a:t> </a:t>
            </a:r>
            <a:r>
              <a:rPr spc="60" dirty="0"/>
              <a:t>©</a:t>
            </a:r>
            <a:r>
              <a:rPr spc="10" dirty="0"/>
              <a:t> </a:t>
            </a:r>
            <a:r>
              <a:rPr spc="60" dirty="0"/>
              <a:t>2024</a:t>
            </a:r>
            <a:r>
              <a:rPr spc="15" dirty="0"/>
              <a:t> </a:t>
            </a:r>
            <a:r>
              <a:rPr spc="-10" dirty="0"/>
              <a:t>BTS</a:t>
            </a:r>
            <a:r>
              <a:rPr spc="-10" dirty="0">
                <a:latin typeface="Webdings"/>
                <a:cs typeface="Webdings"/>
              </a:rPr>
              <a:t></a:t>
            </a:r>
            <a:r>
              <a:rPr spc="-10" dirty="0"/>
              <a:t>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24775" y="4513391"/>
            <a:ext cx="2846705" cy="486409"/>
          </a:xfrm>
          <a:prstGeom prst="rect">
            <a:avLst/>
          </a:prstGeom>
        </p:spPr>
        <p:txBody>
          <a:bodyPr vert="horz" wrap="square" lIns="0" tIns="15240" rIns="0" bIns="0" rtlCol="0">
            <a:spAutoFit/>
          </a:bodyPr>
          <a:lstStyle/>
          <a:p>
            <a:pPr marL="12700">
              <a:lnSpc>
                <a:spcPct val="100000"/>
              </a:lnSpc>
              <a:spcBef>
                <a:spcPts val="120"/>
              </a:spcBef>
            </a:pPr>
            <a:r>
              <a:rPr sz="3000" spc="375" dirty="0">
                <a:solidFill>
                  <a:srgbClr val="3D3D3D"/>
                </a:solidFill>
                <a:latin typeface="Times New Roman"/>
                <a:cs typeface="Times New Roman"/>
              </a:rPr>
              <a:t>Strategy</a:t>
            </a:r>
            <a:r>
              <a:rPr sz="3000" spc="215" dirty="0">
                <a:solidFill>
                  <a:srgbClr val="3D3D3D"/>
                </a:solidFill>
                <a:latin typeface="Times New Roman"/>
                <a:cs typeface="Times New Roman"/>
              </a:rPr>
              <a:t> </a:t>
            </a:r>
            <a:r>
              <a:rPr sz="3000" spc="380" dirty="0">
                <a:solidFill>
                  <a:srgbClr val="3D3D3D"/>
                </a:solidFill>
                <a:latin typeface="Times New Roman"/>
                <a:cs typeface="Times New Roman"/>
              </a:rPr>
              <a:t>made</a:t>
            </a:r>
            <a:endParaRPr sz="3000">
              <a:latin typeface="Times New Roman"/>
              <a:cs typeface="Times New Roman"/>
            </a:endParaRPr>
          </a:p>
        </p:txBody>
      </p:sp>
      <p:sp>
        <p:nvSpPr>
          <p:cNvPr id="3" name="object 3"/>
          <p:cNvSpPr txBox="1"/>
          <p:nvPr/>
        </p:nvSpPr>
        <p:spPr>
          <a:xfrm>
            <a:off x="4186583" y="5094676"/>
            <a:ext cx="1738630" cy="513080"/>
          </a:xfrm>
          <a:prstGeom prst="rect">
            <a:avLst/>
          </a:prstGeom>
          <a:solidFill>
            <a:srgbClr val="C81862"/>
          </a:solidFill>
        </p:spPr>
        <p:txBody>
          <a:bodyPr vert="horz" wrap="square" lIns="0" tIns="22225" rIns="0" bIns="0" rtlCol="0">
            <a:spAutoFit/>
          </a:bodyPr>
          <a:lstStyle/>
          <a:p>
            <a:pPr>
              <a:lnSpc>
                <a:spcPct val="100000"/>
              </a:lnSpc>
              <a:spcBef>
                <a:spcPts val="175"/>
              </a:spcBef>
            </a:pPr>
            <a:r>
              <a:rPr sz="2800" b="1" spc="105" dirty="0">
                <a:solidFill>
                  <a:srgbClr val="FBF7FB"/>
                </a:solidFill>
                <a:latin typeface="Arial"/>
                <a:cs typeface="Arial"/>
              </a:rPr>
              <a:t>personal.</a:t>
            </a:r>
            <a:endParaRPr sz="28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9363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e60bcce-d4df-47e1-9234-cfe82b789499}" enabled="1" method="Standard" siteId="{4494342c-10c2-46ae-a60c-c172122e8b05}" contentBits="2" removed="0"/>
</clbl:labelList>
</file>

<file path=docProps/app.xml><?xml version="1.0" encoding="utf-8"?>
<Properties xmlns="http://schemas.openxmlformats.org/officeDocument/2006/extended-properties" xmlns:vt="http://schemas.openxmlformats.org/officeDocument/2006/docPropsVTypes">
  <Template/>
  <TotalTime>264</TotalTime>
  <Words>4627</Words>
  <Application>Microsoft Office PowerPoint</Application>
  <PresentationFormat>Custom</PresentationFormat>
  <Paragraphs>426</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Arial</vt:lpstr>
      <vt:lpstr>Calibri Light</vt:lpstr>
      <vt:lpstr>Tahoma</vt:lpstr>
      <vt:lpstr>Times New Roman</vt:lpstr>
      <vt:lpstr>Trebuchet MS</vt:lpstr>
      <vt:lpstr>Webdings</vt:lpstr>
      <vt:lpstr>Office Theme</vt:lpstr>
      <vt:lpstr>GREAT LEADER  PROFILE &amp; PLAYBOOK </vt:lpstr>
      <vt:lpstr>TABLE OF CONTENTS</vt:lpstr>
      <vt:lpstr>INTRODUCTION TO THE GREAT LEADER PROFILE </vt:lpstr>
      <vt:lpstr>Great Leader Profile</vt:lpstr>
      <vt:lpstr>PACE Values</vt:lpstr>
      <vt:lpstr>GREAT  LEADER PROFILE CHARACTERISTICS &amp; BEHAVIORS </vt:lpstr>
      <vt:lpstr>Great Leader Profile Characteristics &amp; Behaviors</vt:lpstr>
      <vt:lpstr>Great Leader Profile Characteristics &amp; Behaviors</vt:lpstr>
      <vt:lpstr>Great Leader Profile Characteristics &amp; Behaviors</vt:lpstr>
      <vt:lpstr>Great Leader Profile Characteristics &amp; Behaviors</vt:lpstr>
      <vt:lpstr>Great Leader Profile Characteristics &amp; Behaviors</vt:lpstr>
      <vt:lpstr>Great Leader Profile Characteristics &amp; Behaviors</vt:lpstr>
      <vt:lpstr>Great Leader Profile Characteristics &amp; Behaviors</vt:lpstr>
      <vt:lpstr>GREAT LEADER PLAYBOOK </vt:lpstr>
      <vt:lpstr>Great Leader Playbook</vt:lpstr>
      <vt:lpstr>Great Leader Playbook Moments</vt:lpstr>
      <vt:lpstr>Great Leader Playbook</vt:lpstr>
      <vt:lpstr>Great Leader Playbook</vt:lpstr>
      <vt:lpstr>Great Leader Playbook</vt:lpstr>
      <vt:lpstr>Great Leader Playbook</vt:lpstr>
      <vt:lpstr>Great Leader Playbook</vt:lpstr>
      <vt:lpstr>Great Leader Playbook</vt:lpstr>
      <vt:lpstr>Great Leader Playbook</vt:lpstr>
      <vt:lpstr>Great Leader Playbook</vt:lpstr>
      <vt:lpstr>Great Leader Playbook</vt:lpstr>
      <vt:lpstr>Great Leader Playbook</vt:lpstr>
      <vt:lpstr>Great Leader Playbook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Emily Guyon</cp:lastModifiedBy>
  <cp:revision>1</cp:revision>
  <dcterms:created xsi:type="dcterms:W3CDTF">2026-05-07T12:26:53Z</dcterms:created>
  <dcterms:modified xsi:type="dcterms:W3CDTF">2026-05-13T13:52:17Z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2024-04-30T00:00:00Z</vt:filetime>
  </property>
  <property fmtid="{D5CDD505-2E9C-101B-9397-08002B2CF9AE}" pid="3" name="Creator">
    <vt:lpwstr>Adobe InDesign 19.4 (Windows)</vt:lpwstr>
  </property>
  <property fmtid="{D5CDD505-2E9C-101B-9397-08002B2CF9AE}" pid="4" name="LastSaved">
    <vt:filetime>2026-05-07T00:00:00Z</vt:filetime>
  </property>
  <property fmtid="{D5CDD505-2E9C-101B-9397-08002B2CF9AE}" pid="5" name="Producer">
    <vt:lpwstr>Adobe PDF Library 17.0</vt:lpwstr>
  </property>
  <property fmtid="{D5CDD505-2E9C-101B-9397-08002B2CF9AE}" pid="6" name="ClassificationContentMarkingFooterLocations">
    <vt:lpwstr>Office Theme:8</vt:lpwstr>
  </property>
  <property fmtid="{D5CDD505-2E9C-101B-9397-08002B2CF9AE}" pid="7" name="ClassificationContentMarkingFooterText">
    <vt:lpwstr>ENTEGRIS PROPRIETARY AND CONFIDENTIAL – INTERNAL</vt:lpwstr>
  </property>
</Properties>
</file>